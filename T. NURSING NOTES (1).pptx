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416" r:id="rId3"/>
    <p:sldId id="353" r:id="rId4"/>
    <p:sldId id="407" r:id="rId5"/>
    <p:sldId id="355" r:id="rId6"/>
    <p:sldId id="259" r:id="rId7"/>
    <p:sldId id="408" r:id="rId8"/>
    <p:sldId id="261" r:id="rId9"/>
    <p:sldId id="409" r:id="rId10"/>
    <p:sldId id="263" r:id="rId11"/>
    <p:sldId id="264" r:id="rId12"/>
    <p:sldId id="265" r:id="rId13"/>
    <p:sldId id="266" r:id="rId14"/>
    <p:sldId id="410" r:id="rId15"/>
    <p:sldId id="268" r:id="rId16"/>
    <p:sldId id="411" r:id="rId17"/>
    <p:sldId id="273" r:id="rId18"/>
    <p:sldId id="271" r:id="rId19"/>
    <p:sldId id="272" r:id="rId20"/>
    <p:sldId id="270" r:id="rId21"/>
    <p:sldId id="412" r:id="rId22"/>
    <p:sldId id="276" r:id="rId23"/>
    <p:sldId id="277" r:id="rId24"/>
    <p:sldId id="275" r:id="rId25"/>
    <p:sldId id="278" r:id="rId26"/>
    <p:sldId id="279" r:id="rId27"/>
    <p:sldId id="280" r:id="rId28"/>
    <p:sldId id="281" r:id="rId29"/>
    <p:sldId id="282" r:id="rId30"/>
    <p:sldId id="413" r:id="rId31"/>
    <p:sldId id="284" r:id="rId32"/>
    <p:sldId id="285" r:id="rId33"/>
    <p:sldId id="286" r:id="rId34"/>
    <p:sldId id="287" r:id="rId35"/>
    <p:sldId id="288" r:id="rId36"/>
    <p:sldId id="351" r:id="rId37"/>
    <p:sldId id="352"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12" r:id="rId55"/>
    <p:sldId id="368" r:id="rId56"/>
    <p:sldId id="415" r:id="rId57"/>
    <p:sldId id="313" r:id="rId58"/>
    <p:sldId id="369" r:id="rId59"/>
    <p:sldId id="326" r:id="rId60"/>
    <p:sldId id="327" r:id="rId61"/>
    <p:sldId id="328" r:id="rId62"/>
    <p:sldId id="384" r:id="rId63"/>
    <p:sldId id="329" r:id="rId64"/>
    <p:sldId id="370" r:id="rId65"/>
    <p:sldId id="306" r:id="rId66"/>
    <p:sldId id="307" r:id="rId67"/>
    <p:sldId id="371" r:id="rId68"/>
    <p:sldId id="308" r:id="rId69"/>
    <p:sldId id="372" r:id="rId70"/>
    <p:sldId id="309" r:id="rId71"/>
    <p:sldId id="385" r:id="rId72"/>
    <p:sldId id="386" r:id="rId73"/>
    <p:sldId id="387" r:id="rId74"/>
    <p:sldId id="388" r:id="rId75"/>
    <p:sldId id="389" r:id="rId76"/>
    <p:sldId id="390" r:id="rId77"/>
    <p:sldId id="391" r:id="rId78"/>
    <p:sldId id="392" r:id="rId79"/>
    <p:sldId id="393" r:id="rId80"/>
    <p:sldId id="394" r:id="rId81"/>
    <p:sldId id="395" r:id="rId82"/>
    <p:sldId id="396" r:id="rId83"/>
    <p:sldId id="397" r:id="rId84"/>
    <p:sldId id="398" r:id="rId85"/>
    <p:sldId id="399" r:id="rId86"/>
    <p:sldId id="400" r:id="rId87"/>
    <p:sldId id="401" r:id="rId88"/>
    <p:sldId id="402" r:id="rId89"/>
    <p:sldId id="403" r:id="rId90"/>
    <p:sldId id="404" r:id="rId91"/>
    <p:sldId id="405" r:id="rId92"/>
    <p:sldId id="406" r:id="rId93"/>
    <p:sldId id="310" r:id="rId94"/>
    <p:sldId id="311" r:id="rId95"/>
    <p:sldId id="314" r:id="rId96"/>
    <p:sldId id="315" r:id="rId97"/>
    <p:sldId id="316" r:id="rId98"/>
    <p:sldId id="373" r:id="rId99"/>
    <p:sldId id="317" r:id="rId100"/>
    <p:sldId id="374" r:id="rId101"/>
    <p:sldId id="318" r:id="rId102"/>
    <p:sldId id="319" r:id="rId103"/>
    <p:sldId id="320" r:id="rId104"/>
    <p:sldId id="321" r:id="rId105"/>
    <p:sldId id="322" r:id="rId106"/>
    <p:sldId id="323" r:id="rId107"/>
    <p:sldId id="324" r:id="rId108"/>
    <p:sldId id="325" r:id="rId109"/>
    <p:sldId id="420" r:id="rId110"/>
    <p:sldId id="426" r:id="rId111"/>
    <p:sldId id="376" r:id="rId112"/>
    <p:sldId id="423" r:id="rId113"/>
    <p:sldId id="361" r:id="rId114"/>
    <p:sldId id="422" r:id="rId115"/>
    <p:sldId id="424" r:id="rId116"/>
    <p:sldId id="425" r:id="rId117"/>
    <p:sldId id="417" r:id="rId118"/>
    <p:sldId id="418" r:id="rId119"/>
    <p:sldId id="362" r:id="rId120"/>
    <p:sldId id="335" r:id="rId121"/>
    <p:sldId id="336" r:id="rId122"/>
    <p:sldId id="337" r:id="rId123"/>
    <p:sldId id="338" r:id="rId124"/>
    <p:sldId id="340" r:id="rId125"/>
    <p:sldId id="341" r:id="rId126"/>
    <p:sldId id="342" r:id="rId127"/>
    <p:sldId id="380" r:id="rId128"/>
    <p:sldId id="343" r:id="rId129"/>
    <p:sldId id="332" r:id="rId130"/>
    <p:sldId id="333" r:id="rId131"/>
    <p:sldId id="334" r:id="rId132"/>
    <p:sldId id="381" r:id="rId133"/>
    <p:sldId id="344" r:id="rId134"/>
    <p:sldId id="382" r:id="rId135"/>
    <p:sldId id="345" r:id="rId136"/>
    <p:sldId id="383" r:id="rId137"/>
    <p:sldId id="346" r:id="rId138"/>
    <p:sldId id="347" r:id="rId139"/>
    <p:sldId id="348" r:id="rId140"/>
  </p:sldIdLst>
  <p:sldSz cx="9144000" cy="6858000" type="screen4x3"/>
  <p:notesSz cx="6858000" cy="9144000"/>
  <p:defaultTextStyle>
    <a:defPPr>
      <a:defRPr lang="en-US"/>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569"/>
    <p:restoredTop sz="94615"/>
  </p:normalViewPr>
  <p:slideViewPr>
    <p:cSldViewPr showGuides="1">
      <p:cViewPr>
        <p:scale>
          <a:sx n="46" d="100"/>
          <a:sy n="46" d="100"/>
        </p:scale>
        <p:origin x="-1200" y="-114"/>
      </p:cViewPr>
      <p:guideLst>
        <p:guide orient="horz" pos="2160"/>
        <p:guide pos="2880"/>
      </p:guideLst>
    </p:cSldViewPr>
  </p:slideViewPr>
  <p:outlineViewPr>
    <p:cViewPr>
      <p:scale>
        <a:sx n="33" d="100"/>
        <a:sy n="33" d="100"/>
      </p:scale>
      <p:origin x="0" y="120774"/>
    </p:cViewPr>
  </p:outlineViewPr>
  <p:notesTextViewPr>
    <p:cViewPr>
      <p:scale>
        <a:sx n="100" d="100"/>
        <a:sy n="100" d="100"/>
      </p:scale>
      <p:origin x="0" y="0"/>
    </p:cViewPr>
  </p:notesTextViewPr>
  <p:sorterViewPr showFormatting="0">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99" Type="http://schemas.openxmlformats.org/officeDocument/2006/relationships/slide" Target="slides/slide97.xml"/><Relationship Id="rId98" Type="http://schemas.openxmlformats.org/officeDocument/2006/relationships/slide" Target="slides/slide96.xml"/><Relationship Id="rId97" Type="http://schemas.openxmlformats.org/officeDocument/2006/relationships/slide" Target="slides/slide95.xml"/><Relationship Id="rId96" Type="http://schemas.openxmlformats.org/officeDocument/2006/relationships/slide" Target="slides/slide94.xml"/><Relationship Id="rId95" Type="http://schemas.openxmlformats.org/officeDocument/2006/relationships/slide" Target="slides/slide93.xml"/><Relationship Id="rId94" Type="http://schemas.openxmlformats.org/officeDocument/2006/relationships/slide" Target="slides/slide92.xml"/><Relationship Id="rId93" Type="http://schemas.openxmlformats.org/officeDocument/2006/relationships/slide" Target="slides/slide91.xml"/><Relationship Id="rId92" Type="http://schemas.openxmlformats.org/officeDocument/2006/relationships/slide" Target="slides/slide90.xml"/><Relationship Id="rId91" Type="http://schemas.openxmlformats.org/officeDocument/2006/relationships/slide" Target="slides/slide89.xml"/><Relationship Id="rId90" Type="http://schemas.openxmlformats.org/officeDocument/2006/relationships/slide" Target="slides/slide88.xml"/><Relationship Id="rId9" Type="http://schemas.openxmlformats.org/officeDocument/2006/relationships/slide" Target="slides/slide7.xml"/><Relationship Id="rId89" Type="http://schemas.openxmlformats.org/officeDocument/2006/relationships/slide" Target="slides/slide87.xml"/><Relationship Id="rId88" Type="http://schemas.openxmlformats.org/officeDocument/2006/relationships/slide" Target="slides/slide86.xml"/><Relationship Id="rId87" Type="http://schemas.openxmlformats.org/officeDocument/2006/relationships/slide" Target="slides/slide85.xml"/><Relationship Id="rId86" Type="http://schemas.openxmlformats.org/officeDocument/2006/relationships/slide" Target="slides/slide84.xml"/><Relationship Id="rId85" Type="http://schemas.openxmlformats.org/officeDocument/2006/relationships/slide" Target="slides/slide83.xml"/><Relationship Id="rId84" Type="http://schemas.openxmlformats.org/officeDocument/2006/relationships/slide" Target="slides/slide82.xml"/><Relationship Id="rId83" Type="http://schemas.openxmlformats.org/officeDocument/2006/relationships/slide" Target="slides/slide81.xml"/><Relationship Id="rId82" Type="http://schemas.openxmlformats.org/officeDocument/2006/relationships/slide" Target="slides/slide80.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3" Type="http://schemas.openxmlformats.org/officeDocument/2006/relationships/tableStyles" Target="tableStyles.xml"/><Relationship Id="rId142" Type="http://schemas.openxmlformats.org/officeDocument/2006/relationships/viewProps" Target="viewProps.xml"/><Relationship Id="rId141" Type="http://schemas.openxmlformats.org/officeDocument/2006/relationships/presProps" Target="presProps.xml"/><Relationship Id="rId140" Type="http://schemas.openxmlformats.org/officeDocument/2006/relationships/slide" Target="slides/slide138.xml"/><Relationship Id="rId14" Type="http://schemas.openxmlformats.org/officeDocument/2006/relationships/slide" Target="slides/slide12.xml"/><Relationship Id="rId139" Type="http://schemas.openxmlformats.org/officeDocument/2006/relationships/slide" Target="slides/slide137.xml"/><Relationship Id="rId138" Type="http://schemas.openxmlformats.org/officeDocument/2006/relationships/slide" Target="slides/slide136.xml"/><Relationship Id="rId137" Type="http://schemas.openxmlformats.org/officeDocument/2006/relationships/slide" Target="slides/slide135.xml"/><Relationship Id="rId136" Type="http://schemas.openxmlformats.org/officeDocument/2006/relationships/slide" Target="slides/slide134.xml"/><Relationship Id="rId135" Type="http://schemas.openxmlformats.org/officeDocument/2006/relationships/slide" Target="slides/slide133.xml"/><Relationship Id="rId134" Type="http://schemas.openxmlformats.org/officeDocument/2006/relationships/slide" Target="slides/slide132.xml"/><Relationship Id="rId133" Type="http://schemas.openxmlformats.org/officeDocument/2006/relationships/slide" Target="slides/slide131.xml"/><Relationship Id="rId132" Type="http://schemas.openxmlformats.org/officeDocument/2006/relationships/slide" Target="slides/slide130.xml"/><Relationship Id="rId131" Type="http://schemas.openxmlformats.org/officeDocument/2006/relationships/slide" Target="slides/slide129.xml"/><Relationship Id="rId130" Type="http://schemas.openxmlformats.org/officeDocument/2006/relationships/slide" Target="slides/slide128.xml"/><Relationship Id="rId13" Type="http://schemas.openxmlformats.org/officeDocument/2006/relationships/slide" Target="slides/slide11.xml"/><Relationship Id="rId129" Type="http://schemas.openxmlformats.org/officeDocument/2006/relationships/slide" Target="slides/slide127.xml"/><Relationship Id="rId128" Type="http://schemas.openxmlformats.org/officeDocument/2006/relationships/slide" Target="slides/slide126.xml"/><Relationship Id="rId127" Type="http://schemas.openxmlformats.org/officeDocument/2006/relationships/slide" Target="slides/slide125.xml"/><Relationship Id="rId126" Type="http://schemas.openxmlformats.org/officeDocument/2006/relationships/slide" Target="slides/slide124.xml"/><Relationship Id="rId125" Type="http://schemas.openxmlformats.org/officeDocument/2006/relationships/slide" Target="slides/slide123.xml"/><Relationship Id="rId124" Type="http://schemas.openxmlformats.org/officeDocument/2006/relationships/slide" Target="slides/slide122.xml"/><Relationship Id="rId123" Type="http://schemas.openxmlformats.org/officeDocument/2006/relationships/slide" Target="slides/slide121.xml"/><Relationship Id="rId122" Type="http://schemas.openxmlformats.org/officeDocument/2006/relationships/slide" Target="slides/slide120.xml"/><Relationship Id="rId121" Type="http://schemas.openxmlformats.org/officeDocument/2006/relationships/slide" Target="slides/slide119.xml"/><Relationship Id="rId120" Type="http://schemas.openxmlformats.org/officeDocument/2006/relationships/slide" Target="slides/slide118.xml"/><Relationship Id="rId12" Type="http://schemas.openxmlformats.org/officeDocument/2006/relationships/slide" Target="slides/slide10.xml"/><Relationship Id="rId119" Type="http://schemas.openxmlformats.org/officeDocument/2006/relationships/slide" Target="slides/slide117.xml"/><Relationship Id="rId118" Type="http://schemas.openxmlformats.org/officeDocument/2006/relationships/slide" Target="slides/slide116.xml"/><Relationship Id="rId117" Type="http://schemas.openxmlformats.org/officeDocument/2006/relationships/slide" Target="slides/slide115.xml"/><Relationship Id="rId116" Type="http://schemas.openxmlformats.org/officeDocument/2006/relationships/slide" Target="slides/slide114.xml"/><Relationship Id="rId115" Type="http://schemas.openxmlformats.org/officeDocument/2006/relationships/slide" Target="slides/slide113.xml"/><Relationship Id="rId114" Type="http://schemas.openxmlformats.org/officeDocument/2006/relationships/slide" Target="slides/slide112.xml"/><Relationship Id="rId113" Type="http://schemas.openxmlformats.org/officeDocument/2006/relationships/slide" Target="slides/slide111.xml"/><Relationship Id="rId112" Type="http://schemas.openxmlformats.org/officeDocument/2006/relationships/slide" Target="slides/slide110.xml"/><Relationship Id="rId111" Type="http://schemas.openxmlformats.org/officeDocument/2006/relationships/slide" Target="slides/slide109.xml"/><Relationship Id="rId110" Type="http://schemas.openxmlformats.org/officeDocument/2006/relationships/slide" Target="slides/slide108.xml"/><Relationship Id="rId11" Type="http://schemas.openxmlformats.org/officeDocument/2006/relationships/slide" Target="slides/slide9.xml"/><Relationship Id="rId109" Type="http://schemas.openxmlformats.org/officeDocument/2006/relationships/slide" Target="slides/slide107.xml"/><Relationship Id="rId108" Type="http://schemas.openxmlformats.org/officeDocument/2006/relationships/slide" Target="slides/slide106.xml"/><Relationship Id="rId107" Type="http://schemas.openxmlformats.org/officeDocument/2006/relationships/slide" Target="slides/slide105.xml"/><Relationship Id="rId106" Type="http://schemas.openxmlformats.org/officeDocument/2006/relationships/slide" Target="slides/slide104.xml"/><Relationship Id="rId105" Type="http://schemas.openxmlformats.org/officeDocument/2006/relationships/slide" Target="slides/slide103.xml"/><Relationship Id="rId104" Type="http://schemas.openxmlformats.org/officeDocument/2006/relationships/slide" Target="slides/slide102.xml"/><Relationship Id="rId103" Type="http://schemas.openxmlformats.org/officeDocument/2006/relationships/slide" Target="slides/slide101.xml"/><Relationship Id="rId102" Type="http://schemas.openxmlformats.org/officeDocument/2006/relationships/slide" Target="slides/slide100.xml"/><Relationship Id="rId101" Type="http://schemas.openxmlformats.org/officeDocument/2006/relationships/slide" Target="slides/slide99.xml"/><Relationship Id="rId100" Type="http://schemas.openxmlformats.org/officeDocument/2006/relationships/slide" Target="slides/slide98.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18" name="Rectangle 17"/>
          <p:cNvSpPr/>
          <p:nvPr/>
        </p:nvSpPr>
        <p:spPr>
          <a:xfrm>
            <a:off x="0" y="0"/>
            <a:ext cx="365125" cy="6854825"/>
          </a:xfrm>
          <a:prstGeom prst="rect">
            <a:avLst/>
          </a:prstGeom>
          <a:solidFill>
            <a:srgbClr val="FFFFFF">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9" name="Rectangle 18"/>
          <p:cNvSpPr/>
          <p:nvPr/>
        </p:nvSpPr>
        <p:spPr>
          <a:xfrm>
            <a:off x="309563" y="681038"/>
            <a:ext cx="46038" cy="365125"/>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20" name="Rectangle 19"/>
          <p:cNvSpPr/>
          <p:nvPr/>
        </p:nvSpPr>
        <p:spPr>
          <a:xfrm>
            <a:off x="268288" y="681038"/>
            <a:ext cx="28575" cy="365125"/>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21" name="Rectangle 20"/>
          <p:cNvSpPr/>
          <p:nvPr/>
        </p:nvSpPr>
        <p:spPr>
          <a:xfrm>
            <a:off x="249238" y="681038"/>
            <a:ext cx="9525" cy="365125"/>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4" name="Rectangle 23"/>
          <p:cNvSpPr/>
          <p:nvPr/>
        </p:nvSpPr>
        <p:spPr>
          <a:xfrm>
            <a:off x="222250" y="681038"/>
            <a:ext cx="7938" cy="365125"/>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25" name="Rectangle 24"/>
          <p:cNvSpPr/>
          <p:nvPr/>
        </p:nvSpPr>
        <p:spPr>
          <a:xfrm>
            <a:off x="255588" y="5046663"/>
            <a:ext cx="73025" cy="1692275"/>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6" name="Rectangle 25"/>
          <p:cNvSpPr/>
          <p:nvPr/>
        </p:nvSpPr>
        <p:spPr>
          <a:xfrm>
            <a:off x="255588" y="4797425"/>
            <a:ext cx="73025" cy="228600"/>
          </a:xfrm>
          <a:prstGeom prst="rect">
            <a:avLst/>
          </a:prstGeom>
          <a:solidFill>
            <a:schemeClr val="accent3">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7" name="Rectangle 26"/>
          <p:cNvSpPr/>
          <p:nvPr/>
        </p:nvSpPr>
        <p:spPr>
          <a:xfrm>
            <a:off x="255588" y="4637088"/>
            <a:ext cx="73025" cy="138113"/>
          </a:xfrm>
          <a:prstGeom prst="rect">
            <a:avLst/>
          </a:prstGeom>
          <a:solidFill>
            <a:schemeClr val="bg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8" name="Rectangle 27"/>
          <p:cNvSpPr/>
          <p:nvPr/>
        </p:nvSpPr>
        <p:spPr>
          <a:xfrm>
            <a:off x="255588" y="4541838"/>
            <a:ext cx="73025" cy="74613"/>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8" name="Title 7"/>
          <p:cNvSpPr>
            <a:spLocks noGrp="1"/>
          </p:cNvSpPr>
          <p:nvPr>
            <p:ph type="ctrTitle"/>
          </p:nvPr>
        </p:nvSpPr>
        <p:spPr>
          <a:xfrm>
            <a:off x="914400" y="4343400"/>
            <a:ext cx="7772400" cy="1975104"/>
          </a:xfrm>
        </p:spPr>
        <p:txBody>
          <a:bodyPr/>
          <a:lstStyle>
            <a:lvl1pPr marR="8890" algn="l">
              <a:defRPr sz="4000" b="1" cap="all" spc="0" baseline="0">
                <a:effectLst>
                  <a:reflection blurRad="12700" stA="34000" endA="740" endPos="53000" dir="5400000" sy="-100000" algn="bl" rotWithShape="0"/>
                </a:effectLst>
              </a:defRPr>
            </a:lvl1pPr>
          </a:lstStyle>
          <a:p>
            <a:r>
              <a:rPr lang="en-US" smtClean="0"/>
              <a:t>Click to edit Master title style</a:t>
            </a:r>
            <a:endParaRPr lang="en-US"/>
          </a:p>
        </p:txBody>
      </p:sp>
      <p:sp>
        <p:nvSpPr>
          <p:cNvPr id="9" name="Subtitle 8"/>
          <p:cNvSpPr>
            <a:spLocks noGrp="1"/>
          </p:cNvSpPr>
          <p:nvPr>
            <p:ph type="subTitle" idx="1"/>
          </p:nvPr>
        </p:nvSpPr>
        <p:spPr>
          <a:xfrm>
            <a:off x="914400" y="2834640"/>
            <a:ext cx="7772400" cy="1508760"/>
          </a:xfrm>
        </p:spPr>
        <p:txBody>
          <a:bodyPr lIns="100584" anchor="b"/>
          <a:lstStyle>
            <a:lvl1pPr marL="0" indent="0" algn="l">
              <a:spcBef>
                <a:spcPts val="0"/>
              </a:spcBef>
              <a:buNone/>
              <a:defRPr sz="2000">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smtClean="0"/>
              <a:t>Click to edit Master subtitle style</a:t>
            </a:r>
            <a:endParaRPr lang="en-US"/>
          </a:p>
        </p:txBody>
      </p:sp>
      <p:sp>
        <p:nvSpPr>
          <p:cNvPr id="29" name="Date Placeholder 27"/>
          <p:cNvSpPr>
            <a:spLocks noGrp="1"/>
          </p:cNvSpPr>
          <p:nvPr>
            <p:ph type="dt" sz="half" idx="2"/>
          </p:nvPr>
        </p:nvSpPr>
        <p:spPr>
          <a:xfrm>
            <a:off x="6477000" y="6416675"/>
            <a:ext cx="2133600" cy="365125"/>
          </a:xfrm>
          <a:prstGeom prst="rect">
            <a:avLst/>
          </a:prstGeom>
        </p:spPr>
        <p:txBody>
          <a:bodyPr vert="horz"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0D136B0E-8353-484B-847D-9C3DD3A1BF1D}" type="datetimeFigureOut">
              <a:rPr kumimoji="0" lang="en-US" sz="11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rPr>
            </a:fld>
            <a:endParaRPr kumimoji="0" lang="en-US" sz="11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30" name="Footer Placeholder 16"/>
          <p:cNvSpPr>
            <a:spLocks noGrp="1"/>
          </p:cNvSpPr>
          <p:nvPr>
            <p:ph type="ftr" sz="quarter" idx="3"/>
          </p:nvPr>
        </p:nvSpPr>
        <p:spPr>
          <a:xfrm>
            <a:off x="914400" y="6416675"/>
            <a:ext cx="5562600" cy="365125"/>
          </a:xfrm>
          <a:prstGeom prst="rect">
            <a:avLst/>
          </a:prstGeom>
        </p:spPr>
        <p:txBody>
          <a:bodyPr vert="horz" anchor="b"/>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1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31" name="Slide Number Placeholder 28"/>
          <p:cNvSpPr>
            <a:spLocks noGrp="1"/>
          </p:cNvSpPr>
          <p:nvPr>
            <p:ph type="sldNum" sz="quarter" idx="4"/>
          </p:nvPr>
        </p:nvSpPr>
        <p:spPr>
          <a:xfrm>
            <a:off x="8610600" y="6416675"/>
            <a:ext cx="457200" cy="365125"/>
          </a:xfrm>
          <a:prstGeom prst="rect">
            <a:avLst/>
          </a:prstGeom>
        </p:spPr>
        <p:txBody>
          <a:bodyPr vert="horz" anchor="b"/>
          <a:p>
            <a:pPr>
              <a:buNone/>
            </a:pPr>
            <a:fld id="{9A0DB2DC-4C9A-4742-B13C-FB6460FD3503}" type="slidenum">
              <a:rPr lang="en-US" dirty="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D9B20FCF-4043-48F4-B703-4F7B2D4E503B}" type="datetimeFigureOut">
              <a:rPr kumimoji="0" lang="en-US" sz="11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rPr>
            </a:fld>
            <a:endParaRPr kumimoji="0" lang="en-US" sz="11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1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8" name="Freeform 17"/>
          <p:cNvSpPr/>
          <p:nvPr/>
        </p:nvSpPr>
        <p:spPr bwMode="auto">
          <a:xfrm>
            <a:off x="4829175" y="1073150"/>
            <a:ext cx="4321175" cy="5791200"/>
          </a:xfrm>
          <a:custGeom>
            <a:avLst>
              <a:gd name="A1" fmla="val 0"/>
              <a:gd name="A2" fmla="val 0"/>
              <a:gd name="A3" fmla="val 0"/>
              <a:gd name="A4" fmla="val 0"/>
              <a:gd name="A5" fmla="val 0"/>
              <a:gd name="A6" fmla="val 0"/>
              <a:gd name="A7" fmla="val 0"/>
              <a:gd name="A8" fmla="val 0"/>
            </a:avLst>
            <a:gdLst/>
            <a:ahLst/>
            <a:cxnLst>
              <a:cxn ang="0">
                <a:pos x="0" y="3648"/>
              </a:cxn>
              <a:cxn ang="0">
                <a:pos x="720" y="2016"/>
              </a:cxn>
              <a:cxn ang="0">
                <a:pos x="2736" y="0"/>
              </a:cxn>
              <a:cxn ang="0">
                <a:pos x="2736" y="96"/>
              </a:cxn>
              <a:cxn ang="0">
                <a:pos x="744" y="2038"/>
              </a:cxn>
              <a:cxn ang="0">
                <a:pos x="48" y="3648"/>
              </a:cxn>
              <a:cxn ang="0">
                <a:pos x="0" y="3648"/>
              </a:cxn>
            </a:cxnLst>
            <a:rect l="0" t="0" r="0" b="0"/>
            <a:pathLst>
              <a:path w="2736" h="3648">
                <a:moveTo>
                  <a:pt x="0" y="3648"/>
                </a:moveTo>
                <a:lnTo>
                  <a:pt x="720" y="2016"/>
                </a:lnTo>
                <a:lnTo>
                  <a:pt x="2736" y="672"/>
                </a:lnTo>
                <a:lnTo>
                  <a:pt x="2736" y="720"/>
                </a:lnTo>
                <a:lnTo>
                  <a:pt x="744" y="2038"/>
                </a:lnTo>
                <a:lnTo>
                  <a:pt x="48" y="3648"/>
                </a:lnTo>
                <a:lnTo>
                  <a:pt x="48" y="3648"/>
                </a:lnTo>
                <a:close/>
              </a:path>
            </a:pathLst>
          </a:custGeom>
          <a:noFill/>
          <a:ln w="3175" cap="flat" cmpd="sng" algn="ctr">
            <a:solidFill>
              <a:schemeClr val="accent2">
                <a:alpha val="5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19" name="Freeform 18"/>
          <p:cNvSpPr/>
          <p:nvPr/>
        </p:nvSpPr>
        <p:spPr bwMode="auto">
          <a:xfrm>
            <a:off x="374650" y="0"/>
            <a:ext cx="5513388" cy="6615113"/>
          </a:xfrm>
          <a:custGeom>
            <a:avLst>
              <a:gd name="A1" fmla="val 0"/>
              <a:gd name="A2" fmla="val 0"/>
              <a:gd name="A3" fmla="val 0"/>
              <a:gd name="A4" fmla="val 0"/>
              <a:gd name="A5" fmla="val 0"/>
              <a:gd name="A6" fmla="val 0"/>
              <a:gd name="A7" fmla="val 0"/>
              <a:gd name="A8" fmla="val 0"/>
            </a:avLst>
            <a:gdLst/>
            <a:ahLst/>
            <a:cxnLst>
              <a:cxn ang="0">
                <a:pos x="0" y="4080"/>
              </a:cxn>
              <a:cxn ang="0">
                <a:pos x="0" y="4128"/>
              </a:cxn>
              <a:cxn ang="0">
                <a:pos x="3504" y="2640"/>
              </a:cxn>
              <a:cxn ang="0">
                <a:pos x="2880" y="0"/>
              </a:cxn>
              <a:cxn ang="0">
                <a:pos x="2832" y="0"/>
              </a:cxn>
              <a:cxn ang="0">
                <a:pos x="3465" y="2619"/>
              </a:cxn>
              <a:cxn ang="0">
                <a:pos x="0" y="4080"/>
              </a:cxn>
            </a:cxnLst>
            <a:rect l="0" t="0" r="0" b="0"/>
            <a:pathLst>
              <a:path w="3504" h="4128">
                <a:moveTo>
                  <a:pt x="0" y="4080"/>
                </a:moveTo>
                <a:lnTo>
                  <a:pt x="0" y="4128"/>
                </a:lnTo>
                <a:lnTo>
                  <a:pt x="3504" y="2640"/>
                </a:lnTo>
                <a:lnTo>
                  <a:pt x="2880" y="0"/>
                </a:lnTo>
                <a:lnTo>
                  <a:pt x="2832" y="0"/>
                </a:lnTo>
                <a:lnTo>
                  <a:pt x="3465" y="2619"/>
                </a:lnTo>
                <a:lnTo>
                  <a:pt x="0" y="4080"/>
                </a:lnTo>
                <a:close/>
              </a:path>
            </a:pathLst>
          </a:custGeom>
          <a:noFill/>
          <a:ln w="3175" cap="flat" cmpd="sng" algn="ctr">
            <a:solidFill>
              <a:schemeClr val="accent2">
                <a:alpha val="53000"/>
              </a:schemeClr>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20" name="Freeform 19"/>
          <p:cNvSpPr/>
          <p:nvPr/>
        </p:nvSpPr>
        <p:spPr bwMode="auto">
          <a:xfrm rot="5236414">
            <a:off x="4461669" y="1483519"/>
            <a:ext cx="4114800" cy="1189038"/>
          </a:xfrm>
          <a:custGeom>
            <a:avLst>
              <a:gd name="A1" fmla="val 0"/>
              <a:gd name="A2" fmla="val 0"/>
              <a:gd name="A3" fmla="val 0"/>
              <a:gd name="A4" fmla="val 0"/>
              <a:gd name="A5" fmla="val 0"/>
              <a:gd name="A6" fmla="val 0"/>
              <a:gd name="A7" fmla="val 0"/>
              <a:gd name="A8" fmla="val 0"/>
            </a:avLst>
            <a:gdLst/>
            <a:ahLst/>
            <a:cxnLst>
              <a:cxn ang="0">
                <a:pos x="0" y="0"/>
              </a:cxn>
              <a:cxn ang="0">
                <a:pos x="3552" y="1344"/>
              </a:cxn>
              <a:cxn ang="0">
                <a:pos x="0" y="48"/>
              </a:cxn>
              <a:cxn ang="0">
                <a:pos x="0" y="0"/>
              </a:cxn>
            </a:cxnLst>
            <a:rect l="0" t="0" r="0" b="0"/>
            <a:pathLst>
              <a:path w="3552" h="1344">
                <a:moveTo>
                  <a:pt x="0" y="0"/>
                </a:moveTo>
                <a:lnTo>
                  <a:pt x="3552" y="1344"/>
                </a:lnTo>
                <a:lnTo>
                  <a:pt x="0" y="48"/>
                </a:lnTo>
                <a:lnTo>
                  <a:pt x="0" y="0"/>
                </a:lnTo>
                <a:close/>
              </a:path>
            </a:pathLst>
          </a:custGeom>
          <a:solidFill>
            <a:schemeClr val="bg2">
              <a:tint val="95000"/>
              <a:satMod val="180000"/>
              <a:alpha val="30000"/>
            </a:schemeClr>
          </a:solidFill>
          <a:ln w="9525" cap="flat" cmpd="sng" algn="ctr">
            <a:no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21" name="Freeform 20"/>
          <p:cNvSpPr/>
          <p:nvPr/>
        </p:nvSpPr>
        <p:spPr bwMode="auto">
          <a:xfrm>
            <a:off x="5943600" y="0"/>
            <a:ext cx="2743200" cy="4267200"/>
          </a:xfrm>
          <a:custGeom>
            <a:avLst>
              <a:gd name="A1" fmla="val 0"/>
              <a:gd name="A2" fmla="val 0"/>
              <a:gd name="A3" fmla="val 0"/>
              <a:gd name="A4" fmla="val 0"/>
              <a:gd name="A5" fmla="val 0"/>
              <a:gd name="A6" fmla="val 0"/>
              <a:gd name="A7" fmla="val 0"/>
              <a:gd name="A8" fmla="val 0"/>
            </a:avLst>
            <a:gdLst/>
            <a:ahLst/>
            <a:cxnLst>
              <a:cxn ang="0">
                <a:pos x="1104" y="0"/>
              </a:cxn>
              <a:cxn ang="0">
                <a:pos x="1728" y="0"/>
              </a:cxn>
              <a:cxn ang="0">
                <a:pos x="0" y="2688"/>
              </a:cxn>
              <a:cxn ang="0">
                <a:pos x="1104" y="0"/>
              </a:cxn>
            </a:cxnLst>
            <a:rect l="0" t="0" r="0" b="0"/>
            <a:pathLst>
              <a:path w="1728" h="2688">
                <a:moveTo>
                  <a:pt x="1104" y="0"/>
                </a:moveTo>
                <a:lnTo>
                  <a:pt x="1728" y="0"/>
                </a:lnTo>
                <a:lnTo>
                  <a:pt x="0" y="2688"/>
                </a:lnTo>
                <a:lnTo>
                  <a:pt x="1104"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24" name="Freeform 23"/>
          <p:cNvSpPr/>
          <p:nvPr/>
        </p:nvSpPr>
        <p:spPr bwMode="auto">
          <a:xfrm>
            <a:off x="5943600" y="4267200"/>
            <a:ext cx="3200400" cy="1143000"/>
          </a:xfrm>
          <a:custGeom>
            <a:avLst>
              <a:gd name="A1" fmla="val 0"/>
              <a:gd name="A2" fmla="val 0"/>
              <a:gd name="A3" fmla="val 0"/>
              <a:gd name="A4" fmla="val 0"/>
              <a:gd name="A5" fmla="val 0"/>
              <a:gd name="A6" fmla="val 0"/>
              <a:gd name="A7" fmla="val 0"/>
              <a:gd name="A8" fmla="val 0"/>
            </a:avLst>
            <a:gdLst/>
            <a:ahLst/>
            <a:cxnLst>
              <a:cxn ang="0">
                <a:pos x="0" y="0"/>
              </a:cxn>
              <a:cxn ang="0">
                <a:pos x="2016" y="240"/>
              </a:cxn>
              <a:cxn ang="0">
                <a:pos x="2016" y="720"/>
              </a:cxn>
              <a:cxn ang="0">
                <a:pos x="0" y="0"/>
              </a:cxn>
            </a:cxnLst>
            <a:rect l="0" t="0" r="0" b="0"/>
            <a:pathLst>
              <a:path w="2016" h="720">
                <a:moveTo>
                  <a:pt x="0" y="0"/>
                </a:moveTo>
                <a:lnTo>
                  <a:pt x="2016" y="240"/>
                </a:lnTo>
                <a:lnTo>
                  <a:pt x="2016" y="720"/>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25" name="Freeform 24"/>
          <p:cNvSpPr/>
          <p:nvPr/>
        </p:nvSpPr>
        <p:spPr bwMode="auto">
          <a:xfrm>
            <a:off x="5943600" y="0"/>
            <a:ext cx="1371600" cy="4267200"/>
          </a:xfrm>
          <a:custGeom>
            <a:avLst>
              <a:gd name="A1" fmla="val 0"/>
              <a:gd name="A2" fmla="val 0"/>
              <a:gd name="A3" fmla="val 0"/>
              <a:gd name="A4" fmla="val 0"/>
              <a:gd name="A5" fmla="val 0"/>
              <a:gd name="A6" fmla="val 0"/>
              <a:gd name="A7" fmla="val 0"/>
              <a:gd name="A8" fmla="val 0"/>
            </a:avLst>
            <a:gdLst/>
            <a:ahLst/>
            <a:cxnLst>
              <a:cxn ang="0">
                <a:pos x="864" y="0"/>
              </a:cxn>
              <a:cxn ang="0">
                <a:pos x="0" y="2688"/>
              </a:cxn>
              <a:cxn ang="0">
                <a:pos x="768" y="0"/>
              </a:cxn>
              <a:cxn ang="0">
                <a:pos x="864" y="0"/>
              </a:cxn>
            </a:cxnLst>
            <a:rect l="0" t="0" r="0" b="0"/>
            <a:pathLst>
              <a:path w="864" h="2688">
                <a:moveTo>
                  <a:pt x="864" y="0"/>
                </a:moveTo>
                <a:lnTo>
                  <a:pt x="0" y="2688"/>
                </a:lnTo>
                <a:lnTo>
                  <a:pt x="768" y="0"/>
                </a:lnTo>
                <a:lnTo>
                  <a:pt x="864"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26" name="Freeform 25"/>
          <p:cNvSpPr/>
          <p:nvPr/>
        </p:nvSpPr>
        <p:spPr bwMode="auto">
          <a:xfrm>
            <a:off x="5948363" y="4246563"/>
            <a:ext cx="2090738" cy="2611438"/>
          </a:xfrm>
          <a:custGeom>
            <a:avLst>
              <a:gd name="A1" fmla="val 0"/>
              <a:gd name="A2" fmla="val 0"/>
              <a:gd name="A3" fmla="val 0"/>
              <a:gd name="A4" fmla="val 0"/>
              <a:gd name="A5" fmla="val 0"/>
              <a:gd name="A6" fmla="val 0"/>
              <a:gd name="A7" fmla="val 0"/>
              <a:gd name="A8" fmla="val 0"/>
            </a:avLst>
            <a:gdLst/>
            <a:ahLst/>
            <a:cxnLst>
              <a:cxn ang="0">
                <a:pos x="1071" y="1645"/>
              </a:cxn>
              <a:cxn ang="0">
                <a:pos x="1317" y="1645"/>
              </a:cxn>
              <a:cxn ang="0">
                <a:pos x="0" y="0"/>
              </a:cxn>
              <a:cxn ang="0">
                <a:pos x="1071" y="1645"/>
              </a:cxn>
            </a:cxnLst>
            <a:rect l="0" t="0" r="0" b="0"/>
            <a:pathLst>
              <a:path w="1317" h="1645">
                <a:moveTo>
                  <a:pt x="1071" y="1645"/>
                </a:moveTo>
                <a:lnTo>
                  <a:pt x="1317" y="1645"/>
                </a:lnTo>
                <a:lnTo>
                  <a:pt x="0" y="0"/>
                </a:lnTo>
                <a:lnTo>
                  <a:pt x="1071" y="1645"/>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27" name="Freeform 26"/>
          <p:cNvSpPr/>
          <p:nvPr/>
        </p:nvSpPr>
        <p:spPr bwMode="auto">
          <a:xfrm>
            <a:off x="5943600" y="4267200"/>
            <a:ext cx="1600200" cy="2590800"/>
          </a:xfrm>
          <a:custGeom>
            <a:avLst>
              <a:gd name="A1" fmla="val 0"/>
              <a:gd name="A2" fmla="val 0"/>
              <a:gd name="A3" fmla="val 0"/>
              <a:gd name="A4" fmla="val 0"/>
              <a:gd name="A5" fmla="val 0"/>
              <a:gd name="A6" fmla="val 0"/>
              <a:gd name="A7" fmla="val 0"/>
              <a:gd name="A8" fmla="val 0"/>
            </a:avLst>
            <a:gdLst/>
            <a:ahLst/>
            <a:cxnLst>
              <a:cxn ang="0">
                <a:pos x="1008" y="1632"/>
              </a:cxn>
              <a:cxn ang="0">
                <a:pos x="0" y="0"/>
              </a:cxn>
              <a:cxn ang="0">
                <a:pos x="960" y="1632"/>
              </a:cxn>
              <a:cxn ang="0">
                <a:pos x="1008" y="1632"/>
              </a:cxn>
            </a:cxnLst>
            <a:rect l="0" t="0" r="0" b="0"/>
            <a:pathLst>
              <a:path w="1008" h="1632">
                <a:moveTo>
                  <a:pt x="1008" y="1632"/>
                </a:moveTo>
                <a:lnTo>
                  <a:pt x="0" y="0"/>
                </a:lnTo>
                <a:lnTo>
                  <a:pt x="960" y="1632"/>
                </a:lnTo>
                <a:lnTo>
                  <a:pt x="1008"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28" name="Freeform 27"/>
          <p:cNvSpPr/>
          <p:nvPr/>
        </p:nvSpPr>
        <p:spPr bwMode="auto">
          <a:xfrm>
            <a:off x="5943600" y="1371600"/>
            <a:ext cx="3200400" cy="2895600"/>
          </a:xfrm>
          <a:custGeom>
            <a:avLst>
              <a:gd name="A1" fmla="val 0"/>
              <a:gd name="A2" fmla="val 0"/>
              <a:gd name="A3" fmla="val 0"/>
              <a:gd name="A4" fmla="val 0"/>
              <a:gd name="A5" fmla="val 0"/>
              <a:gd name="A6" fmla="val 0"/>
              <a:gd name="A7" fmla="val 0"/>
              <a:gd name="A8" fmla="val 0"/>
            </a:avLst>
            <a:gdLst/>
            <a:ahLst/>
            <a:cxnLst>
              <a:cxn ang="0">
                <a:pos x="2016" y="0"/>
              </a:cxn>
              <a:cxn ang="0">
                <a:pos x="2016" y="144"/>
              </a:cxn>
              <a:cxn ang="0">
                <a:pos x="0" y="1824"/>
              </a:cxn>
              <a:cxn ang="0">
                <a:pos x="2016" y="0"/>
              </a:cxn>
            </a:cxnLst>
            <a:rect l="0" t="0" r="0" b="0"/>
            <a:pathLst>
              <a:path w="2016" h="1824">
                <a:moveTo>
                  <a:pt x="2016" y="0"/>
                </a:moveTo>
                <a:lnTo>
                  <a:pt x="2016" y="144"/>
                </a:lnTo>
                <a:lnTo>
                  <a:pt x="0" y="1824"/>
                </a:lnTo>
                <a:lnTo>
                  <a:pt x="2016"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29" name="Freeform 28"/>
          <p:cNvSpPr/>
          <p:nvPr/>
        </p:nvSpPr>
        <p:spPr bwMode="auto">
          <a:xfrm>
            <a:off x="5943600" y="1752600"/>
            <a:ext cx="3200400" cy="2514600"/>
          </a:xfrm>
          <a:custGeom>
            <a:avLst>
              <a:gd name="A1" fmla="val 0"/>
              <a:gd name="A2" fmla="val 0"/>
              <a:gd name="A3" fmla="val 0"/>
              <a:gd name="A4" fmla="val 0"/>
              <a:gd name="A5" fmla="val 0"/>
              <a:gd name="A6" fmla="val 0"/>
              <a:gd name="A7" fmla="val 0"/>
              <a:gd name="A8" fmla="val 0"/>
            </a:avLst>
            <a:gdLst/>
            <a:ahLst/>
            <a:cxnLst>
              <a:cxn ang="0">
                <a:pos x="2016" y="0"/>
              </a:cxn>
              <a:cxn ang="0">
                <a:pos x="0" y="1584"/>
              </a:cxn>
              <a:cxn ang="0">
                <a:pos x="2016" y="48"/>
              </a:cxn>
              <a:cxn ang="0">
                <a:pos x="2016" y="0"/>
              </a:cxn>
            </a:cxnLst>
            <a:rect l="0" t="0" r="0" b="0"/>
            <a:pathLst>
              <a:path w="2016" h="1584">
                <a:moveTo>
                  <a:pt x="2016" y="0"/>
                </a:moveTo>
                <a:lnTo>
                  <a:pt x="0" y="1584"/>
                </a:lnTo>
                <a:lnTo>
                  <a:pt x="2016" y="48"/>
                </a:lnTo>
                <a:lnTo>
                  <a:pt x="2016"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30" name="Freeform 29"/>
          <p:cNvSpPr/>
          <p:nvPr/>
        </p:nvSpPr>
        <p:spPr bwMode="auto">
          <a:xfrm>
            <a:off x="990600" y="4267200"/>
            <a:ext cx="4953000" cy="2590800"/>
          </a:xfrm>
          <a:custGeom>
            <a:avLst>
              <a:gd name="A1" fmla="val 0"/>
              <a:gd name="A2" fmla="val 0"/>
              <a:gd name="A3" fmla="val 0"/>
              <a:gd name="A4" fmla="val 0"/>
              <a:gd name="A5" fmla="val 0"/>
              <a:gd name="A6" fmla="val 0"/>
              <a:gd name="A7" fmla="val 0"/>
              <a:gd name="A8" fmla="val 0"/>
            </a:avLst>
            <a:gdLst/>
            <a:ahLst/>
            <a:cxnLst>
              <a:cxn ang="0">
                <a:pos x="0" y="1632"/>
              </a:cxn>
              <a:cxn ang="0">
                <a:pos x="3120" y="0"/>
              </a:cxn>
              <a:cxn ang="0">
                <a:pos x="1056" y="1632"/>
              </a:cxn>
              <a:cxn ang="0">
                <a:pos x="0" y="1632"/>
              </a:cxn>
            </a:cxnLst>
            <a:rect l="0" t="0" r="0" b="0"/>
            <a:pathLst>
              <a:path w="3120" h="1632">
                <a:moveTo>
                  <a:pt x="0" y="1632"/>
                </a:moveTo>
                <a:lnTo>
                  <a:pt x="3120" y="0"/>
                </a:lnTo>
                <a:lnTo>
                  <a:pt x="1056" y="1632"/>
                </a:lnTo>
                <a:lnTo>
                  <a:pt x="0"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31" name="Freeform 30"/>
          <p:cNvSpPr/>
          <p:nvPr/>
        </p:nvSpPr>
        <p:spPr bwMode="auto">
          <a:xfrm>
            <a:off x="533400" y="4267200"/>
            <a:ext cx="5334000" cy="2590800"/>
          </a:xfrm>
          <a:custGeom>
            <a:avLst>
              <a:gd name="A1" fmla="val 0"/>
              <a:gd name="A2" fmla="val 0"/>
              <a:gd name="A3" fmla="val 0"/>
              <a:gd name="A4" fmla="val 0"/>
              <a:gd name="A5" fmla="val 0"/>
              <a:gd name="A6" fmla="val 0"/>
              <a:gd name="A7" fmla="val 0"/>
              <a:gd name="A8" fmla="val 0"/>
            </a:avLst>
            <a:gdLst/>
            <a:ahLst/>
            <a:cxnLst>
              <a:cxn ang="0">
                <a:pos x="0" y="1632"/>
              </a:cxn>
              <a:cxn ang="0">
                <a:pos x="3360" y="0"/>
              </a:cxn>
              <a:cxn ang="0">
                <a:pos x="144" y="1632"/>
              </a:cxn>
              <a:cxn ang="0">
                <a:pos x="0" y="1632"/>
              </a:cxn>
            </a:cxnLst>
            <a:rect l="0" t="0" r="0" b="0"/>
            <a:pathLst>
              <a:path w="3360" h="1632">
                <a:moveTo>
                  <a:pt x="0" y="1632"/>
                </a:moveTo>
                <a:lnTo>
                  <a:pt x="3360" y="0"/>
                </a:lnTo>
                <a:lnTo>
                  <a:pt x="144" y="1632"/>
                </a:lnTo>
                <a:lnTo>
                  <a:pt x="0"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32" name="Freeform 31"/>
          <p:cNvSpPr/>
          <p:nvPr/>
        </p:nvSpPr>
        <p:spPr bwMode="auto">
          <a:xfrm>
            <a:off x="366713" y="2438400"/>
            <a:ext cx="5638800" cy="1828800"/>
          </a:xfrm>
          <a:custGeom>
            <a:avLst>
              <a:gd name="A1" fmla="val 0"/>
              <a:gd name="A2" fmla="val 0"/>
              <a:gd name="A3" fmla="val 0"/>
              <a:gd name="A4" fmla="val 0"/>
              <a:gd name="A5" fmla="val 0"/>
              <a:gd name="A6" fmla="val 0"/>
              <a:gd name="A7" fmla="val 0"/>
              <a:gd name="A8" fmla="val 0"/>
            </a:avLst>
            <a:gdLst/>
            <a:ahLst/>
            <a:cxnLst>
              <a:cxn ang="0">
                <a:pos x="0" y="0"/>
              </a:cxn>
              <a:cxn ang="0">
                <a:pos x="3552" y="1152"/>
              </a:cxn>
              <a:cxn ang="0">
                <a:pos x="0" y="384"/>
              </a:cxn>
              <a:cxn ang="0">
                <a:pos x="0" y="0"/>
              </a:cxn>
            </a:cxnLst>
            <a:rect l="0" t="0" r="0" b="0"/>
            <a:pathLst>
              <a:path w="3552" h="1152">
                <a:moveTo>
                  <a:pt x="0" y="0"/>
                </a:moveTo>
                <a:lnTo>
                  <a:pt x="3504" y="1152"/>
                </a:lnTo>
                <a:lnTo>
                  <a:pt x="0" y="384"/>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33" name="Freeform 32"/>
          <p:cNvSpPr/>
          <p:nvPr/>
        </p:nvSpPr>
        <p:spPr bwMode="auto">
          <a:xfrm>
            <a:off x="366713" y="2133600"/>
            <a:ext cx="5638800" cy="2133600"/>
          </a:xfrm>
          <a:custGeom>
            <a:avLst>
              <a:gd name="A1" fmla="val 0"/>
              <a:gd name="A2" fmla="val 0"/>
              <a:gd name="A3" fmla="val 0"/>
              <a:gd name="A4" fmla="val 0"/>
              <a:gd name="A5" fmla="val 0"/>
              <a:gd name="A6" fmla="val 0"/>
              <a:gd name="A7" fmla="val 0"/>
              <a:gd name="A8" fmla="val 0"/>
            </a:avLst>
            <a:gdLst/>
            <a:ahLst/>
            <a:cxnLst>
              <a:cxn ang="0">
                <a:pos x="0" y="0"/>
              </a:cxn>
              <a:cxn ang="0">
                <a:pos x="3552" y="1344"/>
              </a:cxn>
              <a:cxn ang="0">
                <a:pos x="0" y="48"/>
              </a:cxn>
              <a:cxn ang="0">
                <a:pos x="0" y="0"/>
              </a:cxn>
            </a:cxnLst>
            <a:rect l="0" t="0" r="0" b="0"/>
            <a:pathLst>
              <a:path w="3552" h="1344">
                <a:moveTo>
                  <a:pt x="0" y="0"/>
                </a:moveTo>
                <a:lnTo>
                  <a:pt x="3552" y="1344"/>
                </a:lnTo>
                <a:lnTo>
                  <a:pt x="0" y="48"/>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34" name="Freeform 33"/>
          <p:cNvSpPr/>
          <p:nvPr/>
        </p:nvSpPr>
        <p:spPr bwMode="auto">
          <a:xfrm>
            <a:off x="4572000" y="4267200"/>
            <a:ext cx="1371600" cy="2590800"/>
          </a:xfrm>
          <a:custGeom>
            <a:avLst>
              <a:gd name="A1" fmla="val 0"/>
              <a:gd name="A2" fmla="val 0"/>
              <a:gd name="A3" fmla="val 0"/>
              <a:gd name="A4" fmla="val 0"/>
              <a:gd name="A5" fmla="val 0"/>
              <a:gd name="A6" fmla="val 0"/>
              <a:gd name="A7" fmla="val 0"/>
              <a:gd name="A8" fmla="val 0"/>
            </a:avLst>
            <a:gdLst/>
            <a:ahLst/>
            <a:cxnLst>
              <a:cxn ang="0">
                <a:pos x="0" y="1632"/>
              </a:cxn>
              <a:cxn ang="0">
                <a:pos x="96" y="1632"/>
              </a:cxn>
              <a:cxn ang="0">
                <a:pos x="864" y="0"/>
              </a:cxn>
              <a:cxn ang="0">
                <a:pos x="0" y="1632"/>
              </a:cxn>
            </a:cxnLst>
            <a:rect l="0" t="0" r="0" b="0"/>
            <a:pathLst>
              <a:path w="864" h="1632">
                <a:moveTo>
                  <a:pt x="0" y="1632"/>
                </a:moveTo>
                <a:lnTo>
                  <a:pt x="96" y="1632"/>
                </a:lnTo>
                <a:lnTo>
                  <a:pt x="864" y="0"/>
                </a:lnTo>
                <a:lnTo>
                  <a:pt x="0" y="1632"/>
                </a:lnTo>
                <a:close/>
              </a:path>
            </a:pathLst>
          </a:custGeom>
          <a:solidFill>
            <a:schemeClr val="bg2">
              <a:tint val="95000"/>
              <a:satMod val="180000"/>
              <a:alpha val="30000"/>
            </a:schemeClr>
          </a:solidFill>
          <a:ln w="9525" cap="flat" cmpd="sng" algn="ctr">
            <a:no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35" name="Rectangle 34"/>
          <p:cNvSpPr/>
          <p:nvPr/>
        </p:nvSpPr>
        <p:spPr>
          <a:xfrm>
            <a:off x="363538" y="401638"/>
            <a:ext cx="8504238" cy="887413"/>
          </a:xfrm>
          <a:prstGeom prst="rect">
            <a:avLst/>
          </a:prstGeom>
          <a:solidFill>
            <a:schemeClr val="bg2">
              <a:tint val="95000"/>
              <a:satMod val="180000"/>
              <a:alpha val="4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6" name="Rectangle 35"/>
          <p:cNvSpPr/>
          <p:nvPr/>
        </p:nvSpPr>
        <p:spPr>
          <a:xfrm flipH="1">
            <a:off x="371475" y="681038"/>
            <a:ext cx="26988" cy="365125"/>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37" name="Rectangle 36"/>
          <p:cNvSpPr/>
          <p:nvPr/>
        </p:nvSpPr>
        <p:spPr>
          <a:xfrm flipH="1">
            <a:off x="411163" y="681038"/>
            <a:ext cx="26988" cy="365125"/>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38" name="Rectangle 37"/>
          <p:cNvSpPr/>
          <p:nvPr/>
        </p:nvSpPr>
        <p:spPr>
          <a:xfrm flipH="1">
            <a:off x="447675" y="681038"/>
            <a:ext cx="9525" cy="365125"/>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9" name="Rectangle 38"/>
          <p:cNvSpPr/>
          <p:nvPr/>
        </p:nvSpPr>
        <p:spPr>
          <a:xfrm flipH="1">
            <a:off x="476250" y="681038"/>
            <a:ext cx="9525" cy="365125"/>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40" name="Rectangle 39"/>
          <p:cNvSpPr/>
          <p:nvPr/>
        </p:nvSpPr>
        <p:spPr>
          <a:xfrm>
            <a:off x="500063" y="681038"/>
            <a:ext cx="36513" cy="365125"/>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3" name="Text Placeholder 2"/>
          <p:cNvSpPr>
            <a:spLocks noGrp="1"/>
          </p:cNvSpPr>
          <p:nvPr>
            <p:ph type="body" idx="1"/>
          </p:nvPr>
        </p:nvSpPr>
        <p:spPr>
          <a:xfrm>
            <a:off x="706902" y="1351672"/>
            <a:ext cx="5718048" cy="977486"/>
          </a:xfrm>
        </p:spPr>
        <p:txBody>
          <a:bodyPr lIns="82296" bIns="0"/>
          <a:lstStyle>
            <a:lvl1pPr marL="54610" indent="0">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smtClean="0"/>
              <a:t>Click to edit Master text styles</a:t>
            </a:r>
            <a:endParaRPr lang="en-US" smtClean="0"/>
          </a:p>
        </p:txBody>
      </p:sp>
      <p:sp>
        <p:nvSpPr>
          <p:cNvPr id="2" name="Title 1"/>
          <p:cNvSpPr>
            <a:spLocks noGrp="1"/>
          </p:cNvSpPr>
          <p:nvPr>
            <p:ph type="title"/>
          </p:nvPr>
        </p:nvSpPr>
        <p:spPr>
          <a:xfrm>
            <a:off x="706902" y="512064"/>
            <a:ext cx="8156448" cy="777240"/>
          </a:xfrm>
        </p:spPr>
        <p:txBody>
          <a:bodyPr tIns="64008"/>
          <a:lstStyle>
            <a:lvl1pPr algn="l">
              <a:buNone/>
              <a:defRPr sz="3800" b="0" cap="none" spc="-150" baseline="0"/>
            </a:lvl1pPr>
          </a:lstStyle>
          <a:p>
            <a:r>
              <a:rPr lang="en-US" smtClean="0"/>
              <a:t>Click to edit Master title style</a:t>
            </a:r>
            <a:endParaRPr lang="en-US"/>
          </a:p>
        </p:txBody>
      </p:sp>
      <p:sp>
        <p:nvSpPr>
          <p:cNvPr id="41" name="Date Placeholder 3"/>
          <p:cNvSpPr>
            <a:spLocks noGrp="1"/>
          </p:cNvSpPr>
          <p:nvPr>
            <p:ph type="dt" sz="half" idx="2"/>
          </p:nvPr>
        </p:nvSpPr>
        <p:spPr>
          <a:xfrm>
            <a:off x="6477000" y="6416675"/>
            <a:ext cx="2133600" cy="365125"/>
          </a:xfrm>
          <a:prstGeom prst="rect">
            <a:avLst/>
          </a:prstGeom>
        </p:spPr>
        <p:txBody>
          <a:bodyPr vert="horz"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1C6F50E1-D478-4985-952C-265652BCC571}" type="datetimeFigureOut">
              <a:rPr kumimoji="0" lang="en-US" sz="11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rPr>
            </a:fld>
            <a:endParaRPr kumimoji="0" lang="en-US" sz="11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42" name="Footer Placeholder 4"/>
          <p:cNvSpPr>
            <a:spLocks noGrp="1"/>
          </p:cNvSpPr>
          <p:nvPr>
            <p:ph type="ftr" sz="quarter" idx="3"/>
          </p:nvPr>
        </p:nvSpPr>
        <p:spPr>
          <a:xfrm>
            <a:off x="914400" y="6416675"/>
            <a:ext cx="5562600" cy="365125"/>
          </a:xfrm>
          <a:prstGeom prst="rect">
            <a:avLst/>
          </a:prstGeom>
        </p:spPr>
        <p:txBody>
          <a:bodyPr vert="horz" anchor="b"/>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1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43" name="Slide Number Placeholder 5"/>
          <p:cNvSpPr>
            <a:spLocks noGrp="1"/>
          </p:cNvSpPr>
          <p:nvPr>
            <p:ph type="sldNum" sz="quarter" idx="4"/>
          </p:nvPr>
        </p:nvSpPr>
        <p:spPr>
          <a:xfrm>
            <a:off x="8610600" y="6416675"/>
            <a:ext cx="457200" cy="365125"/>
          </a:xfrm>
          <a:prstGeom prst="rect">
            <a:avLst/>
          </a:prstGeom>
        </p:spPr>
        <p:txBody>
          <a:bodyPr vert="horz" anchor="b"/>
          <a:p>
            <a:pPr>
              <a:buNone/>
            </a:pPr>
            <a:fld id="{9A0DB2DC-4C9A-4742-B13C-FB6460FD3503}" type="slidenum">
              <a:rPr lang="en-US" dirty="0"/>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showMasterSp="0">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512064"/>
            <a:ext cx="8229600" cy="9144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464344" y="1770501"/>
            <a:ext cx="4038600" cy="4525963"/>
          </a:xfrm>
        </p:spPr>
        <p:txBody>
          <a:bodyPr/>
          <a:lstStyle>
            <a:lvl1pPr>
              <a:defRPr sz="2800"/>
            </a:lvl1pPr>
            <a:lvl2pPr>
              <a:defRPr sz="2400"/>
            </a:lvl2pPr>
            <a:lvl3pPr>
              <a:defRPr sz="2000"/>
            </a:lvl3pPr>
            <a:lvl4pPr>
              <a:defRPr sz="1800"/>
            </a:lvl4pPr>
            <a:lvl5pPr>
              <a:defRPr sz="1800"/>
            </a:lvl5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55344" y="1770501"/>
            <a:ext cx="4038600" cy="4525963"/>
          </a:xfrm>
        </p:spPr>
        <p:txBody>
          <a:bodyPr/>
          <a:lstStyle>
            <a:lvl1pPr>
              <a:defRPr sz="2800"/>
            </a:lvl1pPr>
            <a:lvl2pPr>
              <a:defRPr sz="2400"/>
            </a:lvl2pPr>
            <a:lvl3pPr>
              <a:defRPr sz="2000"/>
            </a:lvl3pPr>
            <a:lvl4pPr>
              <a:defRPr sz="1800"/>
            </a:lvl4pPr>
            <a:lvl5pPr>
              <a:defRPr sz="1800"/>
            </a:lvl5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18" name="Date Placeholder 4"/>
          <p:cNvSpPr>
            <a:spLocks noGrp="1"/>
          </p:cNvSpPr>
          <p:nvPr>
            <p:ph type="dt" sz="half" idx="12"/>
          </p:nvPr>
        </p:nvSpPr>
        <p:spPr>
          <a:xfrm>
            <a:off x="6477000" y="6416675"/>
            <a:ext cx="2133600" cy="365125"/>
          </a:xfrm>
          <a:prstGeom prst="rect">
            <a:avLst/>
          </a:prstGeom>
        </p:spPr>
        <p:txBody>
          <a:bodyPr vert="horz"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D7F461E6-7A6F-4B76-925D-655A81725624}" type="datetimeFigureOut">
              <a:rPr kumimoji="0" lang="en-US" sz="11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rPr>
            </a:fld>
            <a:endParaRPr kumimoji="0" lang="en-US" sz="11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19" name="Footer Placeholder 5"/>
          <p:cNvSpPr>
            <a:spLocks noGrp="1"/>
          </p:cNvSpPr>
          <p:nvPr>
            <p:ph type="ftr" sz="quarter" idx="3"/>
          </p:nvPr>
        </p:nvSpPr>
        <p:spPr>
          <a:xfrm>
            <a:off x="914400" y="6416675"/>
            <a:ext cx="5562600" cy="365125"/>
          </a:xfrm>
          <a:prstGeom prst="rect">
            <a:avLst/>
          </a:prstGeom>
        </p:spPr>
        <p:txBody>
          <a:bodyPr vert="horz" anchor="b"/>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1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20" name="Slide Number Placeholder 6"/>
          <p:cNvSpPr>
            <a:spLocks noGrp="1"/>
          </p:cNvSpPr>
          <p:nvPr>
            <p:ph type="sldNum" sz="quarter" idx="4"/>
          </p:nvPr>
        </p:nvSpPr>
        <p:spPr>
          <a:xfrm>
            <a:off x="8610600" y="6416675"/>
            <a:ext cx="457200" cy="365125"/>
          </a:xfrm>
          <a:prstGeom prst="rect">
            <a:avLst/>
          </a:prstGeom>
        </p:spPr>
        <p:txBody>
          <a:bodyPr vert="horz" anchor="b"/>
          <a:p>
            <a:pPr>
              <a:buNone/>
            </a:pPr>
            <a:fld id="{9A0DB2DC-4C9A-4742-B13C-FB6460FD3503}" type="slidenum">
              <a:rPr lang="en-US" dirty="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showMasterSp="0">
  <p:cSld name="Comparison">
    <p:spTree>
      <p:nvGrpSpPr>
        <p:cNvPr id="1" name=""/>
        <p:cNvGrpSpPr/>
        <p:nvPr/>
      </p:nvGrpSpPr>
      <p:grpSpPr>
        <a:xfrm>
          <a:off x="0" y="0"/>
          <a:ext cx="0" cy="0"/>
          <a:chOff x="0" y="0"/>
          <a:chExt cx="0" cy="0"/>
        </a:xfrm>
      </p:grpSpPr>
      <p:sp>
        <p:nvSpPr>
          <p:cNvPr id="18" name="Rectangle 17"/>
          <p:cNvSpPr/>
          <p:nvPr/>
        </p:nvSpPr>
        <p:spPr>
          <a:xfrm>
            <a:off x="0" y="401638"/>
            <a:ext cx="8867775" cy="887413"/>
          </a:xfrm>
          <a:prstGeom prst="rect">
            <a:avLst/>
          </a:prstGeom>
          <a:solidFill>
            <a:schemeClr val="bg2">
              <a:tint val="95000"/>
              <a:satMod val="180000"/>
              <a:alpha val="4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9" name="Rectangle 18"/>
          <p:cNvSpPr/>
          <p:nvPr/>
        </p:nvSpPr>
        <p:spPr>
          <a:xfrm>
            <a:off x="87313" y="681038"/>
            <a:ext cx="46038" cy="365125"/>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20" name="Rectangle 19"/>
          <p:cNvSpPr/>
          <p:nvPr/>
        </p:nvSpPr>
        <p:spPr>
          <a:xfrm>
            <a:off x="47625" y="681038"/>
            <a:ext cx="26988" cy="365125"/>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21" name="Rectangle 20"/>
          <p:cNvSpPr/>
          <p:nvPr/>
        </p:nvSpPr>
        <p:spPr>
          <a:xfrm>
            <a:off x="28575" y="681038"/>
            <a:ext cx="9525" cy="365125"/>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4" name="Rectangle 23"/>
          <p:cNvSpPr/>
          <p:nvPr/>
        </p:nvSpPr>
        <p:spPr>
          <a:xfrm>
            <a:off x="0" y="681038"/>
            <a:ext cx="9525" cy="365125"/>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25" name="Rectangle 24"/>
          <p:cNvSpPr/>
          <p:nvPr/>
        </p:nvSpPr>
        <p:spPr>
          <a:xfrm flipH="1">
            <a:off x="149225" y="681038"/>
            <a:ext cx="28575" cy="365125"/>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26" name="Rectangle 25"/>
          <p:cNvSpPr/>
          <p:nvPr/>
        </p:nvSpPr>
        <p:spPr>
          <a:xfrm flipH="1">
            <a:off x="188913" y="681038"/>
            <a:ext cx="28575" cy="365125"/>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27" name="Rectangle 26"/>
          <p:cNvSpPr/>
          <p:nvPr/>
        </p:nvSpPr>
        <p:spPr>
          <a:xfrm flipH="1">
            <a:off x="227013" y="681038"/>
            <a:ext cx="9525" cy="365125"/>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8" name="Rectangle 27"/>
          <p:cNvSpPr/>
          <p:nvPr/>
        </p:nvSpPr>
        <p:spPr>
          <a:xfrm flipH="1">
            <a:off x="255588" y="681038"/>
            <a:ext cx="7938" cy="365125"/>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29" name="Rectangle 28"/>
          <p:cNvSpPr/>
          <p:nvPr/>
        </p:nvSpPr>
        <p:spPr>
          <a:xfrm>
            <a:off x="279400" y="681038"/>
            <a:ext cx="36513" cy="365125"/>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2" name="Title 1"/>
          <p:cNvSpPr>
            <a:spLocks noGrp="1"/>
          </p:cNvSpPr>
          <p:nvPr>
            <p:ph type="title"/>
          </p:nvPr>
        </p:nvSpPr>
        <p:spPr>
          <a:xfrm>
            <a:off x="504824" y="512064"/>
            <a:ext cx="7772400" cy="914400"/>
          </a:xfrm>
        </p:spPr>
        <p:txBody>
          <a:bodyPr/>
          <a:lstStyle>
            <a:lvl1pPr>
              <a:defRPr sz="4000"/>
            </a:lvl1pPr>
          </a:lstStyle>
          <a:p>
            <a:r>
              <a:rPr lang="en-US" smtClean="0"/>
              <a:t>Click to edit Master title style</a:t>
            </a:r>
            <a:endParaRPr lang="en-US"/>
          </a:p>
        </p:txBody>
      </p:sp>
      <p:sp>
        <p:nvSpPr>
          <p:cNvPr id="3" name="Text Placeholder 2"/>
          <p:cNvSpPr>
            <a:spLocks noGrp="1"/>
          </p:cNvSpPr>
          <p:nvPr>
            <p:ph type="body" idx="1"/>
          </p:nvPr>
        </p:nvSpPr>
        <p:spPr>
          <a:xfrm>
            <a:off x="457200" y="1809750"/>
            <a:ext cx="4040188" cy="639762"/>
          </a:xfrm>
        </p:spPr>
        <p:txBody>
          <a:bodyPr anchor="ctr"/>
          <a:lstStyle>
            <a:lvl1pPr marL="73025" indent="0" algn="l">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endParaRPr lang="en-US" smtClean="0"/>
          </a:p>
        </p:txBody>
      </p:sp>
      <p:sp>
        <p:nvSpPr>
          <p:cNvPr id="4" name="Text Placeholder 3"/>
          <p:cNvSpPr>
            <a:spLocks noGrp="1"/>
          </p:cNvSpPr>
          <p:nvPr>
            <p:ph type="body" sz="half" idx="3"/>
          </p:nvPr>
        </p:nvSpPr>
        <p:spPr>
          <a:xfrm>
            <a:off x="4645025" y="1809750"/>
            <a:ext cx="4041775" cy="639762"/>
          </a:xfrm>
        </p:spPr>
        <p:txBody>
          <a:bodyPr anchor="ctr"/>
          <a:lstStyle>
            <a:lvl1pPr marL="73025"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endParaRPr lang="en-US" smtClean="0"/>
          </a:p>
        </p:txBody>
      </p:sp>
      <p:sp>
        <p:nvSpPr>
          <p:cNvPr id="5" name="Content Placeholder 4"/>
          <p:cNvSpPr>
            <a:spLocks noGrp="1"/>
          </p:cNvSpPr>
          <p:nvPr>
            <p:ph sz="quarter" idx="2"/>
          </p:nvPr>
        </p:nvSpPr>
        <p:spPr>
          <a:xfrm>
            <a:off x="457200" y="2459037"/>
            <a:ext cx="4040188" cy="3959352"/>
          </a:xfrm>
        </p:spPr>
        <p:txBody>
          <a:bodyPr/>
          <a:lstStyle>
            <a:lvl1pPr>
              <a:defRPr sz="2400"/>
            </a:lvl1pPr>
            <a:lvl2pPr>
              <a:defRPr sz="2000"/>
            </a:lvl2pPr>
            <a:lvl3pPr>
              <a:defRPr sz="1800"/>
            </a:lvl3pPr>
            <a:lvl4pPr>
              <a:defRPr sz="1600"/>
            </a:lvl4pPr>
            <a:lvl5pPr>
              <a:defRPr sz="1600"/>
            </a:lvl5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Content Placeholder 5"/>
          <p:cNvSpPr>
            <a:spLocks noGrp="1"/>
          </p:cNvSpPr>
          <p:nvPr>
            <p:ph sz="quarter" idx="4"/>
          </p:nvPr>
        </p:nvSpPr>
        <p:spPr>
          <a:xfrm>
            <a:off x="4645025" y="2459037"/>
            <a:ext cx="4041775" cy="3959352"/>
          </a:xfrm>
        </p:spPr>
        <p:txBody>
          <a:bodyPr/>
          <a:lstStyle>
            <a:lvl1pPr>
              <a:defRPr sz="2400"/>
            </a:lvl1pPr>
            <a:lvl2pPr>
              <a:defRPr sz="2000"/>
            </a:lvl2pPr>
            <a:lvl3pPr>
              <a:defRPr sz="1800"/>
            </a:lvl3pPr>
            <a:lvl4pPr>
              <a:defRPr sz="1600"/>
            </a:lvl4pPr>
            <a:lvl5pPr>
              <a:defRPr sz="1600"/>
            </a:lvl5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30" name="Date Placeholder 6"/>
          <p:cNvSpPr>
            <a:spLocks noGrp="1"/>
          </p:cNvSpPr>
          <p:nvPr>
            <p:ph type="dt" sz="half" idx="12"/>
          </p:nvPr>
        </p:nvSpPr>
        <p:spPr>
          <a:xfrm>
            <a:off x="6477000" y="6416675"/>
            <a:ext cx="2133600" cy="365125"/>
          </a:xfrm>
          <a:prstGeom prst="rect">
            <a:avLst/>
          </a:prstGeom>
        </p:spPr>
        <p:txBody>
          <a:bodyPr vert="horz"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2BD54C0E-675C-4877-970C-71E37A34FF9C}" type="datetimeFigureOut">
              <a:rPr kumimoji="0" lang="en-US" sz="11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rPr>
            </a:fld>
            <a:endParaRPr kumimoji="0" lang="en-US" sz="11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31" name="Footer Placeholder 7"/>
          <p:cNvSpPr>
            <a:spLocks noGrp="1"/>
          </p:cNvSpPr>
          <p:nvPr>
            <p:ph type="ftr" sz="quarter" idx="13"/>
          </p:nvPr>
        </p:nvSpPr>
        <p:spPr>
          <a:xfrm>
            <a:off x="914400" y="6416675"/>
            <a:ext cx="5562600" cy="365125"/>
          </a:xfrm>
          <a:prstGeom prst="rect">
            <a:avLst/>
          </a:prstGeom>
        </p:spPr>
        <p:txBody>
          <a:bodyPr vert="horz" anchor="b"/>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1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32" name="Slide Number Placeholder 8"/>
          <p:cNvSpPr>
            <a:spLocks noGrp="1"/>
          </p:cNvSpPr>
          <p:nvPr>
            <p:ph type="sldNum" sz="quarter" idx="14"/>
          </p:nvPr>
        </p:nvSpPr>
        <p:spPr>
          <a:xfrm>
            <a:off x="8610600" y="6416675"/>
            <a:ext cx="457200" cy="365125"/>
          </a:xfrm>
          <a:prstGeom prst="rect">
            <a:avLst/>
          </a:prstGeom>
        </p:spPr>
        <p:txBody>
          <a:bodyPr vert="horz" anchor="b"/>
          <a:p>
            <a:pPr>
              <a:buNone/>
            </a:pPr>
            <a:fld id="{9A0DB2DC-4C9A-4742-B13C-FB6460FD3503}" type="slidenum">
              <a:rPr lang="en-US" dirty="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914400" y="512064"/>
            <a:ext cx="7772400" cy="914400"/>
          </a:xfrm>
        </p:spPr>
        <p:txBody>
          <a:bodyPr/>
          <a:lstStyle>
            <a:lvl1pPr>
              <a:defRPr sz="4000" cap="none" baseline="0"/>
            </a:lvl1pPr>
          </a:lstStyle>
          <a:p>
            <a:r>
              <a:rPr lang="en-US" smtClean="0"/>
              <a:t>Click to edit Master title style</a:t>
            </a:r>
            <a:endParaRPr lang="en-US"/>
          </a:p>
        </p:txBody>
      </p:sp>
      <p:sp>
        <p:nvSpPr>
          <p:cNvPr id="3" name="Date Placeholder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D9B20FCF-4043-48F4-B703-4F7B2D4E503B}" type="datetimeFigureOut">
              <a:rPr kumimoji="0" lang="en-US" sz="11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rPr>
            </a:fld>
            <a:endParaRPr kumimoji="0" lang="en-US" sz="11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4" name="Footer Placeholder 3"/>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1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5" name="Slide Number Placeholder 4"/>
          <p:cNvSpPr>
            <a:spLocks noGrp="1"/>
          </p:cNvSpPr>
          <p:nvPr>
            <p:ph type="sldNum" sz="quarter" idx="12"/>
          </p:nvPr>
        </p:nvSpPr>
        <p:spPr/>
        <p:txBody>
          <a:bodyPr/>
          <a:p>
            <a:pPr lvl="0" eaLnBrk="1" hangingPunct="1">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18" name="Date Placeholder 1"/>
          <p:cNvSpPr>
            <a:spLocks noGrp="1"/>
          </p:cNvSpPr>
          <p:nvPr>
            <p:ph type="dt" sz="half" idx="2"/>
          </p:nvPr>
        </p:nvSpPr>
        <p:spPr>
          <a:xfrm>
            <a:off x="6477000" y="6416675"/>
            <a:ext cx="2133600" cy="365125"/>
          </a:xfrm>
          <a:prstGeom prst="rect">
            <a:avLst/>
          </a:prstGeom>
        </p:spPr>
        <p:txBody>
          <a:bodyPr vert="horz"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6DF26B58-F4DF-46F5-BB52-0EAA74F05226}" type="datetimeFigureOut">
              <a:rPr kumimoji="0" lang="en-US" sz="11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rPr>
            </a:fld>
            <a:endParaRPr kumimoji="0" lang="en-US" sz="11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19" name="Footer Placeholder 2"/>
          <p:cNvSpPr>
            <a:spLocks noGrp="1"/>
          </p:cNvSpPr>
          <p:nvPr>
            <p:ph type="ftr" sz="quarter" idx="3"/>
          </p:nvPr>
        </p:nvSpPr>
        <p:spPr>
          <a:xfrm>
            <a:off x="914400" y="6416675"/>
            <a:ext cx="5562600" cy="365125"/>
          </a:xfrm>
          <a:prstGeom prst="rect">
            <a:avLst/>
          </a:prstGeom>
        </p:spPr>
        <p:txBody>
          <a:bodyPr vert="horz" anchor="b"/>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1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20" name="Slide Number Placeholder 3"/>
          <p:cNvSpPr>
            <a:spLocks noGrp="1"/>
          </p:cNvSpPr>
          <p:nvPr>
            <p:ph type="sldNum" sz="quarter" idx="4"/>
          </p:nvPr>
        </p:nvSpPr>
        <p:spPr>
          <a:xfrm>
            <a:off x="8610600" y="6416675"/>
            <a:ext cx="457200" cy="365125"/>
          </a:xfrm>
          <a:prstGeom prst="rect">
            <a:avLst/>
          </a:prstGeom>
        </p:spPr>
        <p:txBody>
          <a:bodyPr vert="horz" anchor="b"/>
          <a:p>
            <a:pPr>
              <a:buNone/>
            </a:pPr>
            <a:fld id="{9A0DB2DC-4C9A-4742-B13C-FB6460FD3503}" type="slidenum">
              <a:rPr lang="en-US" dirty="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273050"/>
            <a:ext cx="8229600" cy="1162050"/>
          </a:xfrm>
        </p:spPr>
        <p:txBody>
          <a:bodyPr anchor="ctr"/>
          <a:lstStyle>
            <a:lvl1pPr algn="l">
              <a:buNone/>
              <a:defRPr sz="3600" b="0"/>
            </a:lvl1pPr>
          </a:lstStyle>
          <a:p>
            <a:r>
              <a:rPr lang="en-US" smtClean="0"/>
              <a:t>Click to edit Master title style</a:t>
            </a:r>
            <a:endParaRPr lang="en-US"/>
          </a:p>
        </p:txBody>
      </p:sp>
      <p:sp>
        <p:nvSpPr>
          <p:cNvPr id="3" name="Text Placeholder 2"/>
          <p:cNvSpPr>
            <a:spLocks noGrp="1"/>
          </p:cNvSpPr>
          <p:nvPr>
            <p:ph type="body" idx="2"/>
          </p:nvPr>
        </p:nvSpPr>
        <p:spPr>
          <a:xfrm>
            <a:off x="685800" y="1435100"/>
            <a:ext cx="2514600" cy="4572000"/>
          </a:xfrm>
        </p:spPr>
        <p:txBody>
          <a:bodyPr/>
          <a:lstStyle>
            <a:lvl1pPr marL="54610" indent="0">
              <a:buNone/>
              <a:defRPr sz="1800"/>
            </a:lvl1pPr>
            <a:lvl2pPr>
              <a:buNone/>
              <a:defRPr sz="1200"/>
            </a:lvl2pPr>
            <a:lvl3pPr>
              <a:buNone/>
              <a:defRPr sz="1000"/>
            </a:lvl3pPr>
            <a:lvl4pPr>
              <a:buNone/>
              <a:defRPr sz="900"/>
            </a:lvl4pPr>
            <a:lvl5pPr>
              <a:buNone/>
              <a:defRPr sz="900"/>
            </a:lvl5pPr>
          </a:lstStyle>
          <a:p>
            <a:pPr lvl="0"/>
            <a:r>
              <a:rPr lang="en-US" smtClean="0"/>
              <a:t>Click to edit Master text styles</a:t>
            </a:r>
            <a:endParaRPr lang="en-US" smtClean="0"/>
          </a:p>
        </p:txBody>
      </p:sp>
      <p:sp>
        <p:nvSpPr>
          <p:cNvPr id="4" name="Content Placeholder 3"/>
          <p:cNvSpPr>
            <a:spLocks noGrp="1"/>
          </p:cNvSpPr>
          <p:nvPr>
            <p:ph sz="half" idx="1"/>
          </p:nvPr>
        </p:nvSpPr>
        <p:spPr>
          <a:xfrm>
            <a:off x="3429000" y="1435100"/>
            <a:ext cx="5486400" cy="4572000"/>
          </a:xfrm>
        </p:spPr>
        <p:txBody>
          <a:bodyPr/>
          <a:lstStyle>
            <a:lvl1pPr>
              <a:defRPr sz="3200"/>
            </a:lvl1pPr>
            <a:lvl2pPr>
              <a:defRPr sz="2800"/>
            </a:lvl2pPr>
            <a:lvl3pPr>
              <a:defRPr sz="2400"/>
            </a:lvl3pPr>
            <a:lvl4pPr>
              <a:defRPr sz="2000"/>
            </a:lvl4pPr>
            <a:lvl5pPr>
              <a:defRPr sz="2000"/>
            </a:lvl5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D9B20FCF-4043-48F4-B703-4F7B2D4E503B}" type="datetimeFigureOut">
              <a:rPr kumimoji="0" lang="en-US" sz="11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rPr>
            </a:fld>
            <a:endParaRPr kumimoji="0" lang="en-US" sz="11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6" name="Footer Placeholder 5"/>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1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7" name="Slide Number Placeholder 6"/>
          <p:cNvSpPr>
            <a:spLocks noGrp="1"/>
          </p:cNvSpPr>
          <p:nvPr>
            <p:ph type="sldNum" sz="quarter" idx="12"/>
          </p:nvPr>
        </p:nvSpPr>
        <p:spPr/>
        <p:txBody>
          <a:bodyPr/>
          <a:p>
            <a:pPr lvl="0" eaLnBrk="1" hangingPunct="1">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368300" y="0"/>
            <a:ext cx="8777288" cy="1878013"/>
          </a:xfrm>
          <a:prstGeom prst="rect">
            <a:avLst/>
          </a:prstGeom>
          <a:solidFill>
            <a:srgbClr val="000000">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cxnSp>
        <p:nvCxnSpPr>
          <p:cNvPr id="19" name="Straight Connector 18"/>
          <p:cNvCxnSpPr/>
          <p:nvPr/>
        </p:nvCxnSpPr>
        <p:spPr>
          <a:xfrm flipV="1">
            <a:off x="363538" y="1884363"/>
            <a:ext cx="8782050" cy="0"/>
          </a:xfrm>
          <a:prstGeom prst="line">
            <a:avLst/>
          </a:prstGeom>
          <a:noFill/>
          <a:ln w="19050" cap="flat" cmpd="sng" algn="ctr">
            <a:solidFill>
              <a:srgbClr val="FFFFFF">
                <a:alpha val="100000"/>
              </a:srgbClr>
            </a:solidFill>
            <a:prstDash val="solid"/>
            <a:miter lim="800000"/>
          </a:ln>
          <a:effectLst/>
        </p:spPr>
        <p:style>
          <a:lnRef idx="2">
            <a:schemeClr val="accent1"/>
          </a:lnRef>
          <a:fillRef idx="0">
            <a:schemeClr val="accent1"/>
          </a:fillRef>
          <a:effectRef idx="1">
            <a:schemeClr val="accent1"/>
          </a:effectRef>
          <a:fontRef idx="minor">
            <a:schemeClr val="tx1"/>
          </a:fontRef>
        </p:style>
      </p:cxnSp>
      <p:grpSp>
        <p:nvGrpSpPr>
          <p:cNvPr id="7181" name="Group 19"/>
          <p:cNvGrpSpPr/>
          <p:nvPr/>
        </p:nvGrpSpPr>
        <p:grpSpPr>
          <a:xfrm rot="5400000">
            <a:off x="8515350" y="1219200"/>
            <a:ext cx="131763" cy="128588"/>
            <a:chOff x="6668087" y="1297746"/>
            <a:chExt cx="161840" cy="156602"/>
          </a:xfrm>
        </p:grpSpPr>
        <p:cxnSp>
          <p:nvCxnSpPr>
            <p:cNvPr id="21" name="Straight Connector 20"/>
            <p:cNvCxnSpPr/>
            <p:nvPr/>
          </p:nvCxnSpPr>
          <p:spPr>
            <a:xfrm rot="16200000">
              <a:off x="6663593" y="1271308"/>
              <a:ext cx="88935" cy="79945"/>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p:nvCxnSpPr>
          <p:spPr>
            <a:xfrm rot="16200000" flipV="1">
              <a:off x="6685198" y="1391515"/>
              <a:ext cx="125668" cy="0"/>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p:nvCxnSpPr>
          <p:spPr>
            <a:xfrm rot="5400000" flipH="1">
              <a:off x="6744513" y="1270333"/>
              <a:ext cx="88935" cy="81895"/>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grpSp>
        <p:nvGrpSpPr>
          <p:cNvPr id="7182" name="Group 25"/>
          <p:cNvGrpSpPr/>
          <p:nvPr/>
        </p:nvGrpSpPr>
        <p:grpSpPr>
          <a:xfrm rot="5400000">
            <a:off x="8667750" y="1371600"/>
            <a:ext cx="131763" cy="128588"/>
            <a:chOff x="6668087" y="1297746"/>
            <a:chExt cx="161840" cy="156602"/>
          </a:xfrm>
        </p:grpSpPr>
        <p:cxnSp>
          <p:nvCxnSpPr>
            <p:cNvPr id="27" name="Straight Connector 26"/>
            <p:cNvCxnSpPr/>
            <p:nvPr/>
          </p:nvCxnSpPr>
          <p:spPr>
            <a:xfrm rot="16200000">
              <a:off x="6663593" y="1271308"/>
              <a:ext cx="88935" cy="79945"/>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p:nvCxnSpPr>
          <p:spPr>
            <a:xfrm rot="16200000" flipV="1">
              <a:off x="6685198" y="1391515"/>
              <a:ext cx="125668" cy="0"/>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p:nvCxnSpPr>
          <p:spPr>
            <a:xfrm rot="5400000" flipH="1">
              <a:off x="6744513" y="1270333"/>
              <a:ext cx="88935" cy="81895"/>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grpSp>
        <p:nvGrpSpPr>
          <p:cNvPr id="7183" name="Group 29"/>
          <p:cNvGrpSpPr/>
          <p:nvPr/>
        </p:nvGrpSpPr>
        <p:grpSpPr>
          <a:xfrm rot="5400000">
            <a:off x="8320088" y="1474788"/>
            <a:ext cx="131762" cy="128587"/>
            <a:chOff x="6668087" y="1297746"/>
            <a:chExt cx="161840" cy="156602"/>
          </a:xfrm>
        </p:grpSpPr>
        <p:cxnSp>
          <p:nvCxnSpPr>
            <p:cNvPr id="31" name="Straight Connector 30"/>
            <p:cNvCxnSpPr/>
            <p:nvPr/>
          </p:nvCxnSpPr>
          <p:spPr>
            <a:xfrm rot="16200000">
              <a:off x="6663592" y="1271307"/>
              <a:ext cx="88934" cy="79945"/>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p:nvCxnSpPr>
          <p:spPr>
            <a:xfrm rot="16200000" flipV="1">
              <a:off x="6685198" y="1391513"/>
              <a:ext cx="125668" cy="0"/>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p:nvCxnSpPr>
          <p:spPr>
            <a:xfrm rot="5400000" flipH="1">
              <a:off x="6744512" y="1270333"/>
              <a:ext cx="88934" cy="81895"/>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sp>
        <p:nvSpPr>
          <p:cNvPr id="2" name="Title 1"/>
          <p:cNvSpPr>
            <a:spLocks noGrp="1"/>
          </p:cNvSpPr>
          <p:nvPr>
            <p:ph type="title"/>
          </p:nvPr>
        </p:nvSpPr>
        <p:spPr bwMode="grayWhite">
          <a:xfrm>
            <a:off x="914400" y="441251"/>
            <a:ext cx="6858000" cy="701749"/>
          </a:xfrm>
        </p:spPr>
        <p:txBody>
          <a:bodyPr anchor="b"/>
          <a:lstStyle>
            <a:lvl1pPr algn="l">
              <a:buNone/>
              <a:defRPr sz="2100" b="0"/>
            </a:lvl1pPr>
          </a:lstStyle>
          <a:p>
            <a:r>
              <a:rPr lang="en-US" smtClean="0"/>
              <a:t>Click to edit Master title style</a:t>
            </a:r>
            <a:endParaRPr lang="en-US"/>
          </a:p>
        </p:txBody>
      </p:sp>
      <p:sp>
        <p:nvSpPr>
          <p:cNvPr id="3" name="Picture Placeholder 2"/>
          <p:cNvSpPr>
            <a:spLocks noGrp="1"/>
          </p:cNvSpPr>
          <p:nvPr>
            <p:ph type="pic" idx="1"/>
          </p:nvPr>
        </p:nvSpPr>
        <p:spPr>
          <a:xfrm>
            <a:off x="368032" y="1893781"/>
            <a:ext cx="8778240" cy="4960144"/>
          </a:xfrm>
          <a:solidFill>
            <a:schemeClr val="bg2"/>
          </a:solidFill>
        </p:spPr>
        <p:txBody>
          <a:bodyPr vert="horz" wrap="square" lIns="91440" tIns="45720" rIns="91440" bIns="45720" numCol="1" anchor="t" anchorCtr="0" compatLnSpc="1">
            <a:normAutofit/>
          </a:bodyPr>
          <a:lstStyle>
            <a:lvl1pPr marL="0" indent="0">
              <a:buNone/>
              <a:defRPr sz="3200"/>
            </a:lvl1pPr>
          </a:lstStyle>
          <a:p>
            <a:pPr marL="0" marR="0" lvl="0" indent="0" algn="l" defTabSz="914400" rtl="0" eaLnBrk="0" fontAlgn="base" latinLnBrk="0" hangingPunct="0">
              <a:lnSpc>
                <a:spcPct val="100000"/>
              </a:lnSpc>
              <a:spcBef>
                <a:spcPts val="700"/>
              </a:spcBef>
              <a:spcAft>
                <a:spcPct val="0"/>
              </a:spcAft>
              <a:buClr>
                <a:schemeClr val="tx2"/>
              </a:buClr>
              <a:buSzPct val="95000"/>
              <a:buFont typeface="Wingdings" panose="05000000000000000000" pitchFamily="2" charset="2"/>
              <a:buNone/>
              <a:defRPr/>
            </a:pPr>
            <a:r>
              <a:rPr kumimoji="0" lang="en-US" sz="3200" b="0" i="0" u="none" strike="noStrike" kern="1200" cap="none" spc="0" normalizeH="0" baseline="0" noProof="0" smtClean="0">
                <a:ln>
                  <a:noFill/>
                </a:ln>
                <a:solidFill>
                  <a:schemeClr val="tx1"/>
                </a:solidFill>
                <a:effectLst/>
                <a:uLnTx/>
                <a:uFillTx/>
                <a:latin typeface="+mn-lt"/>
                <a:ea typeface="+mn-ea"/>
                <a:cs typeface="+mn-cs"/>
              </a:rPr>
              <a:t>Click icon to add picture</a:t>
            </a: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bwMode="grayWhite">
          <a:xfrm>
            <a:off x="914400" y="1150144"/>
            <a:ext cx="6858000" cy="685800"/>
          </a:xfrm>
        </p:spPr>
        <p:txBody>
          <a:bodyPr/>
          <a:lstStyle>
            <a:lvl1pPr marL="27305" indent="0">
              <a:spcBef>
                <a:spcPts val="0"/>
              </a:spcBef>
              <a:buNone/>
              <a:defRPr sz="1400">
                <a:solidFill>
                  <a:srgbClr val="FFFFFF"/>
                </a:solidFill>
              </a:defRPr>
            </a:lvl1pPr>
            <a:lvl2pPr>
              <a:defRPr sz="1200"/>
            </a:lvl2pPr>
            <a:lvl3pPr>
              <a:defRPr sz="1000"/>
            </a:lvl3pPr>
            <a:lvl4pPr>
              <a:defRPr sz="900"/>
            </a:lvl4pPr>
            <a:lvl5pPr>
              <a:defRPr sz="900"/>
            </a:lvl5pPr>
          </a:lstStyle>
          <a:p>
            <a:pPr lvl="0"/>
            <a:r>
              <a:rPr lang="en-US" smtClean="0"/>
              <a:t>Click to edit Master text styles</a:t>
            </a:r>
            <a:endParaRPr lang="en-US" smtClean="0"/>
          </a:p>
        </p:txBody>
      </p:sp>
      <p:sp>
        <p:nvSpPr>
          <p:cNvPr id="34" name="Date Placeholder 4"/>
          <p:cNvSpPr>
            <a:spLocks noGrp="1"/>
          </p:cNvSpPr>
          <p:nvPr>
            <p:ph type="dt" sz="half" idx="12"/>
          </p:nvPr>
        </p:nvSpPr>
        <p:spPr>
          <a:xfrm>
            <a:off x="6477000" y="55563"/>
            <a:ext cx="2133600" cy="365125"/>
          </a:xfrm>
          <a:prstGeom prst="rect">
            <a:avLst/>
          </a:prstGeom>
        </p:spPr>
        <p:txBody>
          <a:bodyPr vert="horz"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4D9DE84E-48F0-422A-A3A3-7738C1D424B1}" type="datetimeFigureOut">
              <a:rPr kumimoji="0" lang="en-US" sz="11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rPr>
            </a:fld>
            <a:endParaRPr kumimoji="0" lang="en-US" sz="11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35" name="Footer Placeholder 5"/>
          <p:cNvSpPr>
            <a:spLocks noGrp="1"/>
          </p:cNvSpPr>
          <p:nvPr>
            <p:ph type="ftr" sz="quarter" idx="3"/>
          </p:nvPr>
        </p:nvSpPr>
        <p:spPr>
          <a:xfrm>
            <a:off x="914400" y="55563"/>
            <a:ext cx="5562600" cy="365125"/>
          </a:xfrm>
          <a:prstGeom prst="rect">
            <a:avLst/>
          </a:prstGeom>
        </p:spPr>
        <p:txBody>
          <a:bodyPr vert="horz" anchor="b"/>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1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36" name="Slide Number Placeholder 6"/>
          <p:cNvSpPr>
            <a:spLocks noGrp="1"/>
          </p:cNvSpPr>
          <p:nvPr>
            <p:ph type="sldNum" sz="quarter" idx="4"/>
          </p:nvPr>
        </p:nvSpPr>
        <p:spPr>
          <a:xfrm>
            <a:off x="8610600" y="55563"/>
            <a:ext cx="457200" cy="365125"/>
          </a:xfrm>
          <a:prstGeom prst="rect">
            <a:avLst/>
          </a:prstGeom>
        </p:spPr>
        <p:txBody>
          <a:bodyPr vert="horz" anchor="b"/>
          <a:p>
            <a:pPr>
              <a:buNone/>
            </a:pPr>
            <a:fld id="{9A0DB2DC-4C9A-4742-B13C-FB6460FD3503}" type="slidenum">
              <a:rPr lang="en-US" dirty="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D9B20FCF-4043-48F4-B703-4F7B2D4E503B}" type="datetimeFigureOut">
              <a:rPr kumimoji="0" lang="en-US" sz="11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rPr>
            </a:fld>
            <a:endParaRPr kumimoji="0" lang="en-US" sz="11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1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981200" cy="5851525"/>
          </a:xfrm>
        </p:spPr>
        <p:txBody>
          <a:bodyPr vert="eaVert" anchor="ctr"/>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9"/>
            <a:ext cx="58674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fld id="{D9B20FCF-4043-48F4-B703-4F7B2D4E503B}" type="datetimeFigureOut">
              <a:rPr kumimoji="0" lang="en-US" sz="11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rPr>
            </a:fld>
            <a:endParaRPr kumimoji="0" lang="en-US" sz="11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1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OverObj">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600200"/>
            <a:ext cx="8229600" cy="21891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57200" y="3941763"/>
            <a:ext cx="8229600" cy="2189162"/>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18" name="Rectangle 17"/>
          <p:cNvSpPr>
            <a:spLocks noGrp="1" noChangeArrowheads="1"/>
          </p:cNvSpPr>
          <p:nvPr>
            <p:ph type="dt" sz="half" idx="12"/>
          </p:nvPr>
        </p:nvSpPr>
        <p:spPr>
          <a:xfrm>
            <a:off x="6477000" y="6416675"/>
            <a:ext cx="2133600" cy="365125"/>
          </a:xfrm>
          <a:prstGeom prst="rect">
            <a:avLst/>
          </a:prstGeom>
        </p:spPr>
        <p:txBody>
          <a:bodyPr vert="horz"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1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19" name="Rectangle 18"/>
          <p:cNvSpPr>
            <a:spLocks noGrp="1" noChangeArrowheads="1"/>
          </p:cNvSpPr>
          <p:nvPr>
            <p:ph type="ftr" sz="quarter" idx="3"/>
          </p:nvPr>
        </p:nvSpPr>
        <p:spPr>
          <a:xfrm>
            <a:off x="914400" y="6416675"/>
            <a:ext cx="5562600" cy="365125"/>
          </a:xfrm>
          <a:prstGeom prst="rect">
            <a:avLst/>
          </a:prstGeom>
        </p:spPr>
        <p:txBody>
          <a:bodyPr vert="horz" anchor="b"/>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1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20" name="Rectangle 19"/>
          <p:cNvSpPr>
            <a:spLocks noGrp="1" noChangeArrowheads="1"/>
          </p:cNvSpPr>
          <p:nvPr>
            <p:ph type="sldNum" sz="quarter" idx="4"/>
          </p:nvPr>
        </p:nvSpPr>
        <p:spPr>
          <a:xfrm>
            <a:off x="8610600" y="6416675"/>
            <a:ext cx="457200" cy="365125"/>
          </a:xfrm>
          <a:prstGeom prst="rect">
            <a:avLst/>
          </a:prstGeom>
        </p:spPr>
        <p:txBody>
          <a:bodyPr vert="horz" anchor="b"/>
          <a:p>
            <a:pPr>
              <a:buNone/>
            </a:pPr>
            <a:fld id="{9A0DB2DC-4C9A-4742-B13C-FB6460FD3503}" type="slidenum">
              <a:rPr lang="en-US" dirty="0"/>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AndTx">
  <p:cSld name="Title, 2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smtClean="0"/>
              <a:t>Click to edit Master title style</a:t>
            </a:r>
            <a:endParaRPr lang="en-US"/>
          </a:p>
        </p:txBody>
      </p:sp>
      <p:sp>
        <p:nvSpPr>
          <p:cNvPr id="3" name="Content Placeholder 2"/>
          <p:cNvSpPr>
            <a:spLocks noGrp="1"/>
          </p:cNvSpPr>
          <p:nvPr>
            <p:ph sz="quarter" idx="1"/>
          </p:nvPr>
        </p:nvSpPr>
        <p:spPr>
          <a:xfrm>
            <a:off x="457200" y="1600200"/>
            <a:ext cx="4038600" cy="21891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quarter" idx="2"/>
          </p:nvPr>
        </p:nvSpPr>
        <p:spPr>
          <a:xfrm>
            <a:off x="457200" y="3941763"/>
            <a:ext cx="4038600" cy="2189162"/>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half" idx="3"/>
          </p:nvPr>
        </p:nvSpPr>
        <p:spPr>
          <a:xfrm>
            <a:off x="4648200" y="1600200"/>
            <a:ext cx="4038600" cy="4530725"/>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18" name="Rectangle 4"/>
          <p:cNvSpPr>
            <a:spLocks noGrp="1" noChangeArrowheads="1"/>
          </p:cNvSpPr>
          <p:nvPr>
            <p:ph type="dt" sz="half" idx="12"/>
          </p:nvPr>
        </p:nvSpPr>
        <p:spPr>
          <a:xfrm>
            <a:off x="6477000" y="6416675"/>
            <a:ext cx="2133600" cy="365125"/>
          </a:xfrm>
          <a:prstGeom prst="rect">
            <a:avLst/>
          </a:prstGeom>
        </p:spPr>
        <p:txBody>
          <a:bodyPr vert="horz"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1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19" name="Rectangle 5"/>
          <p:cNvSpPr>
            <a:spLocks noGrp="1" noChangeArrowheads="1"/>
          </p:cNvSpPr>
          <p:nvPr>
            <p:ph type="ftr" sz="quarter" idx="13"/>
          </p:nvPr>
        </p:nvSpPr>
        <p:spPr>
          <a:xfrm>
            <a:off x="914400" y="6416675"/>
            <a:ext cx="5562600" cy="365125"/>
          </a:xfrm>
          <a:prstGeom prst="rect">
            <a:avLst/>
          </a:prstGeom>
        </p:spPr>
        <p:txBody>
          <a:bodyPr vert="horz" anchor="b"/>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1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20" name="Rectangle 6"/>
          <p:cNvSpPr>
            <a:spLocks noGrp="1" noChangeArrowheads="1"/>
          </p:cNvSpPr>
          <p:nvPr>
            <p:ph type="sldNum" sz="quarter" idx="4"/>
          </p:nvPr>
        </p:nvSpPr>
        <p:spPr>
          <a:xfrm>
            <a:off x="8610600" y="6416675"/>
            <a:ext cx="457200" cy="365125"/>
          </a:xfrm>
          <a:prstGeom prst="rect">
            <a:avLst/>
          </a:prstGeom>
        </p:spPr>
        <p:txBody>
          <a:bodyPr vert="horz" anchor="b"/>
          <a:p>
            <a:pPr>
              <a:buNone/>
            </a:pPr>
            <a:fld id="{9A0DB2DC-4C9A-4742-B13C-FB6460FD3503}" type="slidenum">
              <a:rPr lang="en-US" dirty="0"/>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x">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30725"/>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648200" y="1600200"/>
            <a:ext cx="4038600" cy="4530725"/>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18" name="Rectangle 17"/>
          <p:cNvSpPr>
            <a:spLocks noGrp="1" noChangeArrowheads="1"/>
          </p:cNvSpPr>
          <p:nvPr>
            <p:ph type="dt" sz="half" idx="12"/>
          </p:nvPr>
        </p:nvSpPr>
        <p:spPr>
          <a:xfrm>
            <a:off x="6477000" y="6416675"/>
            <a:ext cx="2133600" cy="365125"/>
          </a:xfrm>
          <a:prstGeom prst="rect">
            <a:avLst/>
          </a:prstGeom>
        </p:spPr>
        <p:txBody>
          <a:bodyPr vert="horz"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1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19" name="Rectangle 18"/>
          <p:cNvSpPr>
            <a:spLocks noGrp="1" noChangeArrowheads="1"/>
          </p:cNvSpPr>
          <p:nvPr>
            <p:ph type="ftr" sz="quarter" idx="3"/>
          </p:nvPr>
        </p:nvSpPr>
        <p:spPr>
          <a:xfrm>
            <a:off x="914400" y="6416675"/>
            <a:ext cx="5562600" cy="365125"/>
          </a:xfrm>
          <a:prstGeom prst="rect">
            <a:avLst/>
          </a:prstGeom>
        </p:spPr>
        <p:txBody>
          <a:bodyPr vert="horz" anchor="b"/>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1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20" name="Rectangle 19"/>
          <p:cNvSpPr>
            <a:spLocks noGrp="1" noChangeArrowheads="1"/>
          </p:cNvSpPr>
          <p:nvPr>
            <p:ph type="sldNum" sz="quarter" idx="4"/>
          </p:nvPr>
        </p:nvSpPr>
        <p:spPr>
          <a:xfrm>
            <a:off x="8610600" y="6416675"/>
            <a:ext cx="457200" cy="365125"/>
          </a:xfrm>
          <a:prstGeom prst="rect">
            <a:avLst/>
          </a:prstGeom>
        </p:spPr>
        <p:txBody>
          <a:bodyPr vert="horz" anchor="b"/>
          <a:p>
            <a:pPr>
              <a:buNone/>
            </a:pPr>
            <a:fld id="{9A0DB2DC-4C9A-4742-B13C-FB6460FD3503}" type="slidenum">
              <a:rPr lang="en-US" dirty="0"/>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OverTx">
  <p:cSld name="Title and 2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smtClean="0"/>
              <a:t>Click to edit Master title style</a:t>
            </a:r>
            <a:endParaRPr lang="en-US"/>
          </a:p>
        </p:txBody>
      </p:sp>
      <p:sp>
        <p:nvSpPr>
          <p:cNvPr id="3" name="Content Placeholder 2"/>
          <p:cNvSpPr>
            <a:spLocks noGrp="1"/>
          </p:cNvSpPr>
          <p:nvPr>
            <p:ph sz="quarter" idx="1"/>
          </p:nvPr>
        </p:nvSpPr>
        <p:spPr>
          <a:xfrm>
            <a:off x="457200" y="1600200"/>
            <a:ext cx="4038600" cy="21891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quarter" idx="2"/>
          </p:nvPr>
        </p:nvSpPr>
        <p:spPr>
          <a:xfrm>
            <a:off x="4648200" y="1600200"/>
            <a:ext cx="4038600" cy="21891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half" idx="3"/>
          </p:nvPr>
        </p:nvSpPr>
        <p:spPr>
          <a:xfrm>
            <a:off x="457200" y="3941763"/>
            <a:ext cx="8229600" cy="2189162"/>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18" name="Rectangle 4"/>
          <p:cNvSpPr>
            <a:spLocks noGrp="1" noChangeArrowheads="1"/>
          </p:cNvSpPr>
          <p:nvPr>
            <p:ph type="dt" sz="half" idx="12"/>
          </p:nvPr>
        </p:nvSpPr>
        <p:spPr>
          <a:xfrm>
            <a:off x="6477000" y="6416675"/>
            <a:ext cx="2133600" cy="365125"/>
          </a:xfrm>
          <a:prstGeom prst="rect">
            <a:avLst/>
          </a:prstGeom>
        </p:spPr>
        <p:txBody>
          <a:bodyPr vert="horz"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1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19" name="Rectangle 5"/>
          <p:cNvSpPr>
            <a:spLocks noGrp="1" noChangeArrowheads="1"/>
          </p:cNvSpPr>
          <p:nvPr>
            <p:ph type="ftr" sz="quarter" idx="13"/>
          </p:nvPr>
        </p:nvSpPr>
        <p:spPr>
          <a:xfrm>
            <a:off x="914400" y="6416675"/>
            <a:ext cx="5562600" cy="365125"/>
          </a:xfrm>
          <a:prstGeom prst="rect">
            <a:avLst/>
          </a:prstGeom>
        </p:spPr>
        <p:txBody>
          <a:bodyPr vert="horz" anchor="b"/>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1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20" name="Rectangle 6"/>
          <p:cNvSpPr>
            <a:spLocks noGrp="1" noChangeArrowheads="1"/>
          </p:cNvSpPr>
          <p:nvPr>
            <p:ph type="sldNum" sz="quarter" idx="4"/>
          </p:nvPr>
        </p:nvSpPr>
        <p:spPr>
          <a:xfrm>
            <a:off x="8610600" y="6416675"/>
            <a:ext cx="457200" cy="365125"/>
          </a:xfrm>
          <a:prstGeom prst="rect">
            <a:avLst/>
          </a:prstGeom>
        </p:spPr>
        <p:txBody>
          <a:bodyPr vert="horz" anchor="b"/>
          <a:p>
            <a:pPr>
              <a:buNone/>
            </a:pPr>
            <a:fld id="{9A0DB2DC-4C9A-4742-B13C-FB6460FD3503}" type="slidenum">
              <a:rPr lang="en-US" dirty="0"/>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600200"/>
            <a:ext cx="4038600" cy="4530725"/>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quarter" idx="2"/>
          </p:nvPr>
        </p:nvSpPr>
        <p:spPr>
          <a:xfrm>
            <a:off x="4648200" y="1600200"/>
            <a:ext cx="4038600" cy="21891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Content Placeholder 4"/>
          <p:cNvSpPr>
            <a:spLocks noGrp="1"/>
          </p:cNvSpPr>
          <p:nvPr>
            <p:ph sz="quarter" idx="3"/>
          </p:nvPr>
        </p:nvSpPr>
        <p:spPr>
          <a:xfrm>
            <a:off x="4648200" y="3941763"/>
            <a:ext cx="4038600" cy="2189162"/>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18" name="Rectangle 4"/>
          <p:cNvSpPr>
            <a:spLocks noGrp="1" noChangeArrowheads="1"/>
          </p:cNvSpPr>
          <p:nvPr>
            <p:ph type="dt" sz="half" idx="12"/>
          </p:nvPr>
        </p:nvSpPr>
        <p:spPr>
          <a:xfrm>
            <a:off x="6477000" y="6416675"/>
            <a:ext cx="2133600" cy="365125"/>
          </a:xfrm>
          <a:prstGeom prst="rect">
            <a:avLst/>
          </a:prstGeom>
        </p:spPr>
        <p:txBody>
          <a:bodyPr vert="horz"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1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19" name="Rectangle 5"/>
          <p:cNvSpPr>
            <a:spLocks noGrp="1" noChangeArrowheads="1"/>
          </p:cNvSpPr>
          <p:nvPr>
            <p:ph type="ftr" sz="quarter" idx="13"/>
          </p:nvPr>
        </p:nvSpPr>
        <p:spPr>
          <a:xfrm>
            <a:off x="914400" y="6416675"/>
            <a:ext cx="5562600" cy="365125"/>
          </a:xfrm>
          <a:prstGeom prst="rect">
            <a:avLst/>
          </a:prstGeom>
        </p:spPr>
        <p:txBody>
          <a:bodyPr vert="horz" anchor="b"/>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1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20" name="Rectangle 6"/>
          <p:cNvSpPr>
            <a:spLocks noGrp="1" noChangeArrowheads="1"/>
          </p:cNvSpPr>
          <p:nvPr>
            <p:ph type="sldNum" sz="quarter" idx="4"/>
          </p:nvPr>
        </p:nvSpPr>
        <p:spPr>
          <a:xfrm>
            <a:off x="8610600" y="6416675"/>
            <a:ext cx="457200" cy="365125"/>
          </a:xfrm>
          <a:prstGeom prst="rect">
            <a:avLst/>
          </a:prstGeom>
        </p:spPr>
        <p:txBody>
          <a:bodyPr vert="horz" anchor="b"/>
          <a:p>
            <a:pPr>
              <a:buNone/>
            </a:pPr>
            <a:fld id="{9A0DB2DC-4C9A-4742-B13C-FB6460FD3503}" type="slidenum">
              <a:rPr lang="en-US" dirty="0"/>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OverTx">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8229600" cy="21891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3941763"/>
            <a:ext cx="8229600" cy="2189162"/>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18" name="Rectangle 17"/>
          <p:cNvSpPr>
            <a:spLocks noGrp="1" noChangeArrowheads="1"/>
          </p:cNvSpPr>
          <p:nvPr>
            <p:ph type="dt" sz="half" idx="12"/>
          </p:nvPr>
        </p:nvSpPr>
        <p:spPr>
          <a:xfrm>
            <a:off x="6477000" y="6416675"/>
            <a:ext cx="2133600" cy="365125"/>
          </a:xfrm>
          <a:prstGeom prst="rect">
            <a:avLst/>
          </a:prstGeom>
        </p:spPr>
        <p:txBody>
          <a:bodyPr vert="horz"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1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19" name="Rectangle 18"/>
          <p:cNvSpPr>
            <a:spLocks noGrp="1" noChangeArrowheads="1"/>
          </p:cNvSpPr>
          <p:nvPr>
            <p:ph type="ftr" sz="quarter" idx="3"/>
          </p:nvPr>
        </p:nvSpPr>
        <p:spPr>
          <a:xfrm>
            <a:off x="914400" y="6416675"/>
            <a:ext cx="5562600" cy="365125"/>
          </a:xfrm>
          <a:prstGeom prst="rect">
            <a:avLst/>
          </a:prstGeom>
        </p:spPr>
        <p:txBody>
          <a:bodyPr vert="horz" anchor="b"/>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1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20" name="Rectangle 19"/>
          <p:cNvSpPr>
            <a:spLocks noGrp="1" noChangeArrowheads="1"/>
          </p:cNvSpPr>
          <p:nvPr>
            <p:ph type="sldNum" sz="quarter" idx="4"/>
          </p:nvPr>
        </p:nvSpPr>
        <p:spPr>
          <a:xfrm>
            <a:off x="8610600" y="6416675"/>
            <a:ext cx="457200" cy="365125"/>
          </a:xfrm>
          <a:prstGeom prst="rect">
            <a:avLst/>
          </a:prstGeom>
        </p:spPr>
        <p:txBody>
          <a:bodyPr vert="horz" anchor="b"/>
          <a:p>
            <a:pPr>
              <a:buNone/>
            </a:pPr>
            <a:fld id="{9A0DB2DC-4C9A-4742-B13C-FB6460FD3503}" type="slidenum">
              <a:rPr lang="en-US" dirty="0"/>
            </a:fld>
            <a:endParaRPr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600200"/>
            <a:ext cx="4038600" cy="4530725"/>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30725"/>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18" name="Rectangle 17"/>
          <p:cNvSpPr>
            <a:spLocks noGrp="1" noChangeArrowheads="1"/>
          </p:cNvSpPr>
          <p:nvPr>
            <p:ph type="dt" sz="half" idx="12"/>
          </p:nvPr>
        </p:nvSpPr>
        <p:spPr>
          <a:xfrm>
            <a:off x="6477000" y="6416675"/>
            <a:ext cx="2133600" cy="365125"/>
          </a:xfrm>
          <a:prstGeom prst="rect">
            <a:avLst/>
          </a:prstGeom>
        </p:spPr>
        <p:txBody>
          <a:bodyPr vert="horz"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1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19" name="Rectangle 18"/>
          <p:cNvSpPr>
            <a:spLocks noGrp="1" noChangeArrowheads="1"/>
          </p:cNvSpPr>
          <p:nvPr>
            <p:ph type="ftr" sz="quarter" idx="3"/>
          </p:nvPr>
        </p:nvSpPr>
        <p:spPr>
          <a:xfrm>
            <a:off x="914400" y="6416675"/>
            <a:ext cx="5562600" cy="365125"/>
          </a:xfrm>
          <a:prstGeom prst="rect">
            <a:avLst/>
          </a:prstGeom>
        </p:spPr>
        <p:txBody>
          <a:bodyPr vert="horz" anchor="b"/>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1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20" name="Rectangle 19"/>
          <p:cNvSpPr>
            <a:spLocks noGrp="1" noChangeArrowheads="1"/>
          </p:cNvSpPr>
          <p:nvPr>
            <p:ph type="sldNum" sz="quarter" idx="4"/>
          </p:nvPr>
        </p:nvSpPr>
        <p:spPr>
          <a:xfrm>
            <a:off x="8610600" y="6416675"/>
            <a:ext cx="457200" cy="365125"/>
          </a:xfrm>
          <a:prstGeom prst="rect">
            <a:avLst/>
          </a:prstGeom>
        </p:spPr>
        <p:txBody>
          <a:bodyPr vert="horz" anchor="b"/>
          <a:p>
            <a:pPr>
              <a:buNone/>
            </a:pPr>
            <a:fld id="{9A0DB2DC-4C9A-4742-B13C-FB6460FD3503}" type="slidenum">
              <a:rPr lang="en-US" dirty="0"/>
            </a:fld>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chartAndTx">
  <p:cSld name="Title, Ch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smtClean="0"/>
              <a:t>Click to edit Master title style</a:t>
            </a:r>
            <a:endParaRPr lang="en-US"/>
          </a:p>
        </p:txBody>
      </p:sp>
      <p:sp>
        <p:nvSpPr>
          <p:cNvPr id="3" name="Chart Placeholder 2"/>
          <p:cNvSpPr>
            <a:spLocks noGrp="1"/>
          </p:cNvSpPr>
          <p:nvPr>
            <p:ph type="chart" sz="half" idx="1"/>
          </p:nvPr>
        </p:nvSpPr>
        <p:spPr>
          <a:xfrm>
            <a:off x="457200" y="1600200"/>
            <a:ext cx="4038600" cy="4530725"/>
          </a:xfrm>
        </p:spPr>
        <p:txBody>
          <a:bodyPr vert="horz" wrap="square" lIns="91440" tIns="45720" rIns="91440" bIns="45720" numCol="1" anchor="t" anchorCtr="0" compatLnSpc="1"/>
          <a:lstStyle/>
          <a:p>
            <a:pPr marL="411480" marR="0" lvl="0" indent="-342900" algn="l" defTabSz="914400" rtl="0" eaLnBrk="0" fontAlgn="base" latinLnBrk="0" hangingPunct="0">
              <a:lnSpc>
                <a:spcPct val="100000"/>
              </a:lnSpc>
              <a:spcBef>
                <a:spcPts val="700"/>
              </a:spcBef>
              <a:spcAft>
                <a:spcPct val="0"/>
              </a:spcAft>
              <a:buClr>
                <a:schemeClr val="tx2"/>
              </a:buClr>
              <a:buSzPct val="95000"/>
              <a:buFont typeface="Wingdings" panose="05000000000000000000" pitchFamily="2" charset="2"/>
              <a:buChar char=""/>
              <a:defRPr/>
            </a:pPr>
            <a:endParaRPr kumimoji="0" lang="en-US" sz="30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4648200" y="1600200"/>
            <a:ext cx="4038600" cy="4530725"/>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18" name="Rectangle 17"/>
          <p:cNvSpPr>
            <a:spLocks noGrp="1" noChangeArrowheads="1"/>
          </p:cNvSpPr>
          <p:nvPr>
            <p:ph type="dt" sz="half" idx="12"/>
          </p:nvPr>
        </p:nvSpPr>
        <p:spPr>
          <a:xfrm>
            <a:off x="6477000" y="6416675"/>
            <a:ext cx="2133600" cy="365125"/>
          </a:xfrm>
          <a:prstGeom prst="rect">
            <a:avLst/>
          </a:prstGeom>
        </p:spPr>
        <p:txBody>
          <a:bodyPr vert="horz" anchor="b"/>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1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19" name="Rectangle 18"/>
          <p:cNvSpPr>
            <a:spLocks noGrp="1" noChangeArrowheads="1"/>
          </p:cNvSpPr>
          <p:nvPr>
            <p:ph type="ftr" sz="quarter" idx="3"/>
          </p:nvPr>
        </p:nvSpPr>
        <p:spPr>
          <a:xfrm>
            <a:off x="914400" y="6416675"/>
            <a:ext cx="5562600" cy="365125"/>
          </a:xfrm>
          <a:prstGeom prst="rect">
            <a:avLst/>
          </a:prstGeom>
        </p:spPr>
        <p:txBody>
          <a:bodyPr vert="horz" anchor="b"/>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1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20" name="Rectangle 19"/>
          <p:cNvSpPr>
            <a:spLocks noGrp="1" noChangeArrowheads="1"/>
          </p:cNvSpPr>
          <p:nvPr>
            <p:ph type="sldNum" sz="quarter" idx="4"/>
          </p:nvPr>
        </p:nvSpPr>
        <p:spPr>
          <a:xfrm>
            <a:off x="8610600" y="6416675"/>
            <a:ext cx="457200" cy="365125"/>
          </a:xfrm>
          <a:prstGeom prst="rect">
            <a:avLst/>
          </a:prstGeom>
        </p:spPr>
        <p:txBody>
          <a:bodyPr vert="horz" anchor="b"/>
          <a:p>
            <a:pPr>
              <a:buNone/>
            </a:pPr>
            <a:fld id="{9A0DB2DC-4C9A-4742-B13C-FB6460FD3503}" type="slidenum">
              <a:rPr lang="en-US" dirty="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0" Type="http://schemas.openxmlformats.org/officeDocument/2006/relationships/theme" Target="../theme/theme1.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p:sp>
        <p:nvSpPr>
          <p:cNvPr id="7" name="Rectangle 6"/>
          <p:cNvSpPr/>
          <p:nvPr/>
        </p:nvSpPr>
        <p:spPr>
          <a:xfrm>
            <a:off x="0" y="0"/>
            <a:ext cx="365125" cy="6854825"/>
          </a:xfrm>
          <a:prstGeom prst="rect">
            <a:avLst/>
          </a:prstGeom>
          <a:solidFill>
            <a:srgbClr val="FFFFFF">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8" name="Rectangle 7"/>
          <p:cNvSpPr/>
          <p:nvPr/>
        </p:nvSpPr>
        <p:spPr>
          <a:xfrm>
            <a:off x="255588" y="5046663"/>
            <a:ext cx="73025" cy="1692275"/>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9" name="Rectangle 8"/>
          <p:cNvSpPr/>
          <p:nvPr/>
        </p:nvSpPr>
        <p:spPr>
          <a:xfrm>
            <a:off x="255588" y="4797425"/>
            <a:ext cx="73025" cy="228600"/>
          </a:xfrm>
          <a:prstGeom prst="rect">
            <a:avLst/>
          </a:prstGeom>
          <a:solidFill>
            <a:schemeClr val="accent3">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 name="Rectangle 9"/>
          <p:cNvSpPr/>
          <p:nvPr/>
        </p:nvSpPr>
        <p:spPr>
          <a:xfrm>
            <a:off x="255588" y="4637088"/>
            <a:ext cx="73025" cy="138113"/>
          </a:xfrm>
          <a:prstGeom prst="rect">
            <a:avLst/>
          </a:prstGeom>
          <a:solidFill>
            <a:schemeClr val="bg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1" name="Rectangle 10"/>
          <p:cNvSpPr/>
          <p:nvPr/>
        </p:nvSpPr>
        <p:spPr>
          <a:xfrm>
            <a:off x="255588" y="4541838"/>
            <a:ext cx="73025" cy="74613"/>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12" name="Rectangle 11"/>
          <p:cNvSpPr/>
          <p:nvPr/>
        </p:nvSpPr>
        <p:spPr>
          <a:xfrm>
            <a:off x="309563" y="681038"/>
            <a:ext cx="46038" cy="365125"/>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15" name="Rectangle 14"/>
          <p:cNvSpPr/>
          <p:nvPr/>
        </p:nvSpPr>
        <p:spPr>
          <a:xfrm>
            <a:off x="268288" y="681038"/>
            <a:ext cx="28575" cy="365125"/>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16" name="Rectangle 15"/>
          <p:cNvSpPr/>
          <p:nvPr/>
        </p:nvSpPr>
        <p:spPr>
          <a:xfrm>
            <a:off x="249238" y="681038"/>
            <a:ext cx="9525" cy="365125"/>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7" name="Rectangle 16"/>
          <p:cNvSpPr/>
          <p:nvPr/>
        </p:nvSpPr>
        <p:spPr>
          <a:xfrm>
            <a:off x="222250" y="681038"/>
            <a:ext cx="7938" cy="365125"/>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22" name="Title Placeholder 21"/>
          <p:cNvSpPr>
            <a:spLocks noGrp="1"/>
          </p:cNvSpPr>
          <p:nvPr>
            <p:ph type="title"/>
          </p:nvPr>
        </p:nvSpPr>
        <p:spPr>
          <a:xfrm>
            <a:off x="914400" y="512763"/>
            <a:ext cx="7772400" cy="914400"/>
          </a:xfrm>
          <a:prstGeom prst="rect">
            <a:avLst/>
          </a:prstGeom>
        </p:spPr>
        <p:txBody>
          <a:bodyPr vert="horz" anchor="t">
            <a:noAutofit/>
          </a:bodyPr>
          <a:lstStyle/>
          <a:p>
            <a:r>
              <a:rPr lang="en-US" smtClean="0"/>
              <a:t>Click to edit Master title style</a:t>
            </a:r>
            <a:endParaRPr lang="en-US"/>
          </a:p>
        </p:txBody>
      </p:sp>
      <p:sp>
        <p:nvSpPr>
          <p:cNvPr id="1036" name="Text Placeholder 12"/>
          <p:cNvSpPr>
            <a:spLocks noGrp="1"/>
          </p:cNvSpPr>
          <p:nvPr>
            <p:ph type="body" idx="1"/>
          </p:nvPr>
        </p:nvSpPr>
        <p:spPr>
          <a:xfrm>
            <a:off x="914400" y="1784350"/>
            <a:ext cx="7772400" cy="4572000"/>
          </a:xfrm>
          <a:prstGeom prst="rect">
            <a:avLst/>
          </a:prstGeom>
          <a:noFill/>
          <a:ln w="9525">
            <a:noFill/>
          </a:ln>
        </p:spPr>
        <p:txBody>
          <a:bodyPr/>
          <a:p>
            <a:pPr lvl="0"/>
            <a:r>
              <a:rPr dirty="0"/>
              <a:t>Click to edit Master text styles</a:t>
            </a:r>
            <a:endParaRPr dirty="0"/>
          </a:p>
          <a:p>
            <a:pPr lvl="1"/>
            <a:r>
              <a:rPr dirty="0"/>
              <a:t>Second level</a:t>
            </a:r>
            <a:endParaRPr dirty="0"/>
          </a:p>
          <a:p>
            <a:pPr lvl="2"/>
            <a:r>
              <a:rPr dirty="0"/>
              <a:t>Third level</a:t>
            </a:r>
            <a:endParaRPr dirty="0"/>
          </a:p>
          <a:p>
            <a:pPr lvl="3"/>
            <a:r>
              <a:rPr dirty="0"/>
              <a:t>Fourth level</a:t>
            </a:r>
            <a:endParaRPr dirty="0"/>
          </a:p>
          <a:p>
            <a:pPr lvl="4"/>
            <a:r>
              <a:rPr dirty="0"/>
              <a:t>Fifth level</a:t>
            </a:r>
            <a:endParaRPr dirty="0"/>
          </a:p>
        </p:txBody>
      </p:sp>
      <p:sp>
        <p:nvSpPr>
          <p:cNvPr id="14" name="Date Placeholder 13"/>
          <p:cNvSpPr>
            <a:spLocks noGrp="1"/>
          </p:cNvSpPr>
          <p:nvPr>
            <p:ph type="dt" sz="half" idx="2"/>
          </p:nvPr>
        </p:nvSpPr>
        <p:spPr>
          <a:xfrm>
            <a:off x="6477000" y="6416675"/>
            <a:ext cx="2133600" cy="365125"/>
          </a:xfrm>
          <a:prstGeom prst="rect">
            <a:avLst/>
          </a:prstGeom>
        </p:spPr>
        <p:txBody>
          <a:bodyPr vert="horz" anchor="b"/>
          <a:lstStyle>
            <a:lvl1pPr algn="l" eaLnBrk="1" latinLnBrk="0" hangingPunct="1">
              <a:defRPr kumimoji="0" sz="1100">
                <a:solidFill>
                  <a:schemeClr val="tx2"/>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D9B20FCF-4043-48F4-B703-4F7B2D4E503B}" type="datetimeFigureOut">
              <a:rPr kumimoji="0" lang="en-US" sz="11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rPr>
            </a:fld>
            <a:endParaRPr kumimoji="0" lang="en-US" sz="11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3" name="Footer Placeholder 2"/>
          <p:cNvSpPr>
            <a:spLocks noGrp="1"/>
          </p:cNvSpPr>
          <p:nvPr>
            <p:ph type="ftr" sz="quarter" idx="3"/>
          </p:nvPr>
        </p:nvSpPr>
        <p:spPr>
          <a:xfrm>
            <a:off x="914400" y="6416675"/>
            <a:ext cx="5562600" cy="365125"/>
          </a:xfrm>
          <a:prstGeom prst="rect">
            <a:avLst/>
          </a:prstGeom>
        </p:spPr>
        <p:txBody>
          <a:bodyPr vert="horz" anchor="b"/>
          <a:lstStyle>
            <a:lvl1pPr algn="r" eaLnBrk="1" latinLnBrk="0" hangingPunct="1">
              <a:defRPr kumimoji="0" sz="1100">
                <a:solidFill>
                  <a:schemeClr val="tx2"/>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1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23" name="Slide Number Placeholder 22"/>
          <p:cNvSpPr>
            <a:spLocks noGrp="1"/>
          </p:cNvSpPr>
          <p:nvPr>
            <p:ph type="sldNum" sz="quarter" idx="4"/>
          </p:nvPr>
        </p:nvSpPr>
        <p:spPr>
          <a:xfrm>
            <a:off x="8610600" y="6416675"/>
            <a:ext cx="457200" cy="365125"/>
          </a:xfrm>
          <a:prstGeom prst="rect">
            <a:avLst/>
          </a:prstGeom>
        </p:spPr>
        <p:txBody>
          <a:bodyPr vert="horz" anchor="b"/>
          <a:lstStyle>
            <a:lvl1pPr>
              <a:defRPr sz="1200">
                <a:solidFill>
                  <a:schemeClr val="tx2"/>
                </a:solidFill>
              </a:defRPr>
            </a:lvl1pPr>
          </a:lstStyle>
          <a:p>
            <a:pPr lvl="0" eaLnBrk="1" hangingPunct="1">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sldNum="0" hdr="0" ftr="0" dt="0"/>
  <p:txStyles>
    <p:titleStyle>
      <a:lvl1pPr algn="l" rtl="0" eaLnBrk="0" fontAlgn="base" hangingPunct="0">
        <a:spcBef>
          <a:spcPct val="0"/>
        </a:spcBef>
        <a:spcAft>
          <a:spcPct val="0"/>
        </a:spcAft>
        <a:defRPr sz="4000" kern="1200" spc="-100">
          <a:solidFill>
            <a:srgbClr val="C1EEFF"/>
          </a:solidFill>
          <a:latin typeface="+mj-lt"/>
          <a:ea typeface="+mj-ea"/>
          <a:cs typeface="+mj-cs"/>
        </a:defRPr>
      </a:lvl1pPr>
      <a:lvl2pPr algn="l" rtl="0" eaLnBrk="0" fontAlgn="base" hangingPunct="0">
        <a:spcBef>
          <a:spcPct val="0"/>
        </a:spcBef>
        <a:spcAft>
          <a:spcPct val="0"/>
        </a:spcAft>
        <a:defRPr sz="4000">
          <a:solidFill>
            <a:srgbClr val="C1EEFF"/>
          </a:solidFill>
          <a:latin typeface="Consolas" panose="020B0609020204030204" pitchFamily="49" charset="0"/>
        </a:defRPr>
      </a:lvl2pPr>
      <a:lvl3pPr algn="l" rtl="0" eaLnBrk="0" fontAlgn="base" hangingPunct="0">
        <a:spcBef>
          <a:spcPct val="0"/>
        </a:spcBef>
        <a:spcAft>
          <a:spcPct val="0"/>
        </a:spcAft>
        <a:defRPr sz="4000">
          <a:solidFill>
            <a:srgbClr val="C1EEFF"/>
          </a:solidFill>
          <a:latin typeface="Consolas" panose="020B0609020204030204" pitchFamily="49" charset="0"/>
        </a:defRPr>
      </a:lvl3pPr>
      <a:lvl4pPr algn="l" rtl="0" eaLnBrk="0" fontAlgn="base" hangingPunct="0">
        <a:spcBef>
          <a:spcPct val="0"/>
        </a:spcBef>
        <a:spcAft>
          <a:spcPct val="0"/>
        </a:spcAft>
        <a:defRPr sz="4000">
          <a:solidFill>
            <a:srgbClr val="C1EEFF"/>
          </a:solidFill>
          <a:latin typeface="Consolas" panose="020B0609020204030204" pitchFamily="49" charset="0"/>
        </a:defRPr>
      </a:lvl4pPr>
      <a:lvl5pPr algn="l" rtl="0" eaLnBrk="0" fontAlgn="base" hangingPunct="0">
        <a:spcBef>
          <a:spcPct val="0"/>
        </a:spcBef>
        <a:spcAft>
          <a:spcPct val="0"/>
        </a:spcAft>
        <a:defRPr sz="4000">
          <a:solidFill>
            <a:srgbClr val="C1EEFF"/>
          </a:solidFill>
          <a:latin typeface="Consolas" panose="020B0609020204030204" pitchFamily="49" charset="0"/>
        </a:defRPr>
      </a:lvl5pPr>
      <a:lvl6pPr marL="457200" algn="l" rtl="0" fontAlgn="base">
        <a:spcBef>
          <a:spcPct val="0"/>
        </a:spcBef>
        <a:spcAft>
          <a:spcPct val="0"/>
        </a:spcAft>
        <a:defRPr sz="4000">
          <a:solidFill>
            <a:srgbClr val="C1EEFF"/>
          </a:solidFill>
          <a:latin typeface="Consolas" panose="020B0609020204030204" pitchFamily="49" charset="0"/>
        </a:defRPr>
      </a:lvl6pPr>
      <a:lvl7pPr marL="914400" algn="l" rtl="0" fontAlgn="base">
        <a:spcBef>
          <a:spcPct val="0"/>
        </a:spcBef>
        <a:spcAft>
          <a:spcPct val="0"/>
        </a:spcAft>
        <a:defRPr sz="4000">
          <a:solidFill>
            <a:srgbClr val="C1EEFF"/>
          </a:solidFill>
          <a:latin typeface="Consolas" panose="020B0609020204030204" pitchFamily="49" charset="0"/>
        </a:defRPr>
      </a:lvl7pPr>
      <a:lvl8pPr marL="1371600" algn="l" rtl="0" fontAlgn="base">
        <a:spcBef>
          <a:spcPct val="0"/>
        </a:spcBef>
        <a:spcAft>
          <a:spcPct val="0"/>
        </a:spcAft>
        <a:defRPr sz="4000">
          <a:solidFill>
            <a:srgbClr val="C1EEFF"/>
          </a:solidFill>
          <a:latin typeface="Consolas" panose="020B0609020204030204" pitchFamily="49" charset="0"/>
        </a:defRPr>
      </a:lvl8pPr>
      <a:lvl9pPr marL="1828800" algn="l" rtl="0" fontAlgn="base">
        <a:spcBef>
          <a:spcPct val="0"/>
        </a:spcBef>
        <a:spcAft>
          <a:spcPct val="0"/>
        </a:spcAft>
        <a:defRPr sz="4000">
          <a:solidFill>
            <a:srgbClr val="C1EEFF"/>
          </a:solidFill>
          <a:latin typeface="Consolas" panose="020B0609020204030204" pitchFamily="49" charset="0"/>
        </a:defRPr>
      </a:lvl9pPr>
    </p:titleStyle>
    <p:bodyStyle>
      <a:lvl1pPr marL="411480" indent="-342900" algn="l" rtl="0" eaLnBrk="0" fontAlgn="base" hangingPunct="0">
        <a:spcBef>
          <a:spcPts val="700"/>
        </a:spcBef>
        <a:spcAft>
          <a:spcPct val="0"/>
        </a:spcAft>
        <a:buClr>
          <a:schemeClr val="tx2"/>
        </a:buClr>
        <a:buSzPct val="95000"/>
        <a:buFont typeface="Wingdings" panose="05000000000000000000" pitchFamily="2" charset="2"/>
        <a:buChar char=""/>
        <a:defRPr sz="3000" kern="1200">
          <a:solidFill>
            <a:schemeClr val="tx1"/>
          </a:solidFill>
          <a:latin typeface="+mn-lt"/>
          <a:ea typeface="+mn-ea"/>
          <a:cs typeface="+mn-cs"/>
        </a:defRPr>
      </a:lvl1pPr>
      <a:lvl2pPr marL="739775" indent="-285750" algn="l" rtl="0" eaLnBrk="0" fontAlgn="base" hangingPunct="0">
        <a:spcBef>
          <a:spcPct val="20000"/>
        </a:spcBef>
        <a:spcAft>
          <a:spcPct val="0"/>
        </a:spcAft>
        <a:buClr>
          <a:schemeClr val="accent2"/>
        </a:buClr>
        <a:buSzPct val="90000"/>
        <a:buFont typeface="Wingdings" panose="05000000000000000000" pitchFamily="2" charset="2"/>
        <a:buChar char=""/>
        <a:defRPr sz="2600" kern="1200">
          <a:solidFill>
            <a:schemeClr val="tx1"/>
          </a:solidFill>
          <a:latin typeface="+mn-lt"/>
          <a:ea typeface="+mn-ea"/>
          <a:cs typeface="+mn-cs"/>
        </a:defRPr>
      </a:lvl2pPr>
      <a:lvl3pPr marL="995680" indent="-228600" algn="l" rtl="0" eaLnBrk="0" fontAlgn="base" hangingPunct="0">
        <a:spcBef>
          <a:spcPct val="20000"/>
        </a:spcBef>
        <a:spcAft>
          <a:spcPct val="0"/>
        </a:spcAft>
        <a:buClr>
          <a:schemeClr val="accent2"/>
        </a:buClr>
        <a:buFont typeface="Wingdings 2" panose="05020102010507070707" pitchFamily="18" charset="2"/>
        <a:buChar char=""/>
        <a:defRPr sz="2400" kern="1200">
          <a:solidFill>
            <a:schemeClr val="tx1"/>
          </a:solidFill>
          <a:latin typeface="+mn-lt"/>
          <a:ea typeface="+mn-ea"/>
          <a:cs typeface="+mn-cs"/>
        </a:defRPr>
      </a:lvl3pPr>
      <a:lvl4pPr marL="1260475" indent="-228600" algn="l" rtl="0" eaLnBrk="0" fontAlgn="base" hangingPunct="0">
        <a:spcBef>
          <a:spcPct val="20000"/>
        </a:spcBef>
        <a:spcAft>
          <a:spcPct val="0"/>
        </a:spcAft>
        <a:buClr>
          <a:srgbClr val="FEB80A"/>
        </a:buClr>
        <a:buFont typeface="Wingdings 3" panose="05040102010807070707" pitchFamily="18" charset="2"/>
        <a:buChar char=""/>
        <a:defRPr sz="2200" kern="1200">
          <a:solidFill>
            <a:schemeClr val="tx1"/>
          </a:solidFill>
          <a:latin typeface="+mn-lt"/>
          <a:ea typeface="+mn-ea"/>
          <a:cs typeface="+mn-cs"/>
        </a:defRPr>
      </a:lvl4pPr>
      <a:lvl5pPr marL="1481455" indent="-209550" algn="l" rtl="0" eaLnBrk="0" fontAlgn="base" hangingPunct="0">
        <a:spcBef>
          <a:spcPct val="20000"/>
        </a:spcBef>
        <a:spcAft>
          <a:spcPct val="0"/>
        </a:spcAft>
        <a:buClr>
          <a:srgbClr val="FEB80A"/>
        </a:buClr>
        <a:buFont typeface="Wingdings 2" panose="05020102010507070707" pitchFamily="18" charset="2"/>
        <a:buChar char=""/>
        <a:defRPr sz="2000" kern="1200">
          <a:solidFill>
            <a:schemeClr val="tx1"/>
          </a:solidFill>
          <a:latin typeface="+mn-lt"/>
          <a:ea typeface="+mn-ea"/>
          <a:cs typeface="+mn-cs"/>
        </a:defRPr>
      </a:lvl5pPr>
      <a:lvl6pPr marL="1710055" indent="-210185" algn="l" rtl="0" eaLnBrk="1" latinLnBrk="0" hangingPunct="1">
        <a:spcBef>
          <a:spcPct val="20000"/>
        </a:spcBef>
        <a:buClr>
          <a:schemeClr val="accent3"/>
        </a:buClr>
        <a:buFont typeface="Wingdings 2" panose="05020102010507070707"/>
        <a:buChar char=""/>
        <a:defRPr kumimoji="0" sz="1800" kern="1200">
          <a:solidFill>
            <a:schemeClr val="tx1"/>
          </a:solidFill>
          <a:latin typeface="+mn-lt"/>
          <a:ea typeface="+mn-ea"/>
          <a:cs typeface="+mn-cs"/>
        </a:defRPr>
      </a:lvl6pPr>
      <a:lvl7pPr marL="1901825" indent="-182880" algn="l" rtl="0" eaLnBrk="1" latinLnBrk="0" hangingPunct="1">
        <a:spcBef>
          <a:spcPct val="20000"/>
        </a:spcBef>
        <a:buClr>
          <a:schemeClr val="accent4"/>
        </a:buClr>
        <a:buFont typeface="Wingdings 2" panose="05020102010507070707"/>
        <a:buChar char=""/>
        <a:defRPr kumimoji="0" sz="1600" kern="1200">
          <a:solidFill>
            <a:schemeClr val="tx1"/>
          </a:solidFill>
          <a:latin typeface="+mn-lt"/>
          <a:ea typeface="+mn-ea"/>
          <a:cs typeface="+mn-cs"/>
        </a:defRPr>
      </a:lvl7pPr>
      <a:lvl8pPr marL="2094230" indent="-182880" algn="l" rtl="0" eaLnBrk="1" latinLnBrk="0" hangingPunct="1">
        <a:spcBef>
          <a:spcPct val="20000"/>
        </a:spcBef>
        <a:buClr>
          <a:schemeClr val="accent4"/>
        </a:buClr>
        <a:buFont typeface="Wingdings 2" panose="05020102010507070707"/>
        <a:buChar char=""/>
        <a:defRPr kumimoji="0" sz="1600" kern="1200">
          <a:solidFill>
            <a:schemeClr val="tx1"/>
          </a:solidFill>
          <a:latin typeface="+mn-lt"/>
          <a:ea typeface="+mn-ea"/>
          <a:cs typeface="+mn-cs"/>
        </a:defRPr>
      </a:lvl8pPr>
      <a:lvl9pPr marL="2286000" indent="-182880" algn="l" rtl="0" eaLnBrk="1" latinLnBrk="0" hangingPunct="1">
        <a:spcBef>
          <a:spcPct val="20000"/>
        </a:spcBef>
        <a:buClr>
          <a:schemeClr val="accent4"/>
        </a:buClr>
        <a:buFont typeface="Wingdings 2" panose="05020102010507070707"/>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png"/><Relationship Id="rId2" Type="http://schemas.microsoft.com/office/2007/relationships/media" Target="file:///C:\Users\samsung\Downloads\cesarean%20birth%20-%20C%20Section%20-%20LSCS-%20Child%20Birth.mp4" TargetMode="External"/><Relationship Id="rId1" Type="http://schemas.openxmlformats.org/officeDocument/2006/relationships/video" Target="file:///C:\Users\samsung\Downloads\cesarean%20birth%20-%20C%20Section%20-%20LSCS-%20Child%20Birth.mp4"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6.jpeg"/><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image" Target="../media/image3.jpe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jpeg"/><Relationship Id="rId1" Type="http://schemas.openxmlformats.org/officeDocument/2006/relationships/image" Target="../media/image7.jpe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9.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jpe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16.jpeg"/><Relationship Id="rId1" Type="http://schemas.openxmlformats.org/officeDocument/2006/relationships/image" Target="../media/image15.jpeg"/></Relationships>
</file>

<file path=ppt/slides/_rels/slide72.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8.jpeg"/><Relationship Id="rId1" Type="http://schemas.openxmlformats.org/officeDocument/2006/relationships/image" Target="../media/image17.jpeg"/></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19.jpeg"/></Relationships>
</file>

<file path=ppt/slides/_rels/slide74.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image" Target="../media/image21.jpeg"/><Relationship Id="rId1" Type="http://schemas.openxmlformats.org/officeDocument/2006/relationships/image" Target="../media/image20.jpeg"/></Relationships>
</file>

<file path=ppt/slides/_rels/slide75.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image" Target="../media/image23.jpeg"/><Relationship Id="rId1" Type="http://schemas.openxmlformats.org/officeDocument/2006/relationships/image" Target="../media/image22.jpeg"/></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24.jpeg"/></Relationships>
</file>

<file path=ppt/slides/_rels/slide77.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image" Target="../media/image26.jpeg"/><Relationship Id="rId1" Type="http://schemas.openxmlformats.org/officeDocument/2006/relationships/image" Target="../media/image25.jpeg"/></Relationships>
</file>

<file path=ppt/slides/_rels/slide78.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image" Target="../media/image28.jpeg"/><Relationship Id="rId1" Type="http://schemas.openxmlformats.org/officeDocument/2006/relationships/image" Target="../media/image27.jpeg"/></Relationships>
</file>

<file path=ppt/slides/_rels/slide79.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image" Target="../media/image30.jpeg"/><Relationship Id="rId1" Type="http://schemas.openxmlformats.org/officeDocument/2006/relationships/image" Target="../media/image29.jpeg"/></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31.jpeg"/></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32.jpeg"/></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33.jpeg"/></Relationships>
</file>

<file path=ppt/slides/_rels/slide83.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35.jpeg"/><Relationship Id="rId1" Type="http://schemas.openxmlformats.org/officeDocument/2006/relationships/image" Target="../media/image34.jpeg"/></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36.jpeg"/></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37.jpeg"/></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38.jpeg"/></Relationships>
</file>

<file path=ppt/slides/_rels/slide87.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image" Target="../media/image40.jpeg"/><Relationship Id="rId1" Type="http://schemas.openxmlformats.org/officeDocument/2006/relationships/image" Target="../media/image39.jpeg"/></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41.jpeg"/></Relationships>
</file>

<file path=ppt/slides/_rels/slide89.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image" Target="../media/image43.jpeg"/><Relationship Id="rId1" Type="http://schemas.openxmlformats.org/officeDocument/2006/relationships/image" Target="../media/image42.jpeg"/></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44.jpeg"/></Relationships>
</file>

<file path=ppt/slides/_rels/slide91.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45.jpe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6.jpe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7.jpe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8.jpeg"/></Relationships>
</file>

<file path=ppt/slides/_rels/slide1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9.jpeg"/></Relationships>
</file>

<file path=ppt/slides/_rels/slide1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0.jpe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vert="horz" anchor="t">
            <a:no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4000" b="1" i="0" u="none" strike="noStrike" kern="1200" cap="none" spc="-100" normalizeH="0" baseline="0" noProof="0" dirty="0" smtClean="0">
                <a:ln>
                  <a:noFill/>
                </a:ln>
                <a:solidFill>
                  <a:schemeClr val="accent2">
                    <a:lumMod val="60000"/>
                    <a:lumOff val="40000"/>
                  </a:schemeClr>
                </a:solidFill>
                <a:effectLst/>
                <a:uLnTx/>
                <a:uFillTx/>
                <a:latin typeface="+mj-lt"/>
                <a:ea typeface="+mj-ea"/>
                <a:cs typeface="+mj-cs"/>
              </a:rPr>
              <a:t>THEATER NURSING</a:t>
            </a:r>
            <a:br>
              <a:rPr kumimoji="0" lang="en-US" sz="4000" b="1" i="0" u="none" strike="noStrike" kern="1200" cap="none" spc="-100" normalizeH="0" baseline="0" noProof="0" dirty="0" smtClean="0">
                <a:ln>
                  <a:noFill/>
                </a:ln>
                <a:solidFill>
                  <a:schemeClr val="accent2">
                    <a:lumMod val="60000"/>
                    <a:lumOff val="40000"/>
                  </a:schemeClr>
                </a:solidFill>
                <a:effectLst/>
                <a:uLnTx/>
                <a:uFillTx/>
                <a:latin typeface="+mj-lt"/>
                <a:ea typeface="+mj-ea"/>
                <a:cs typeface="+mj-cs"/>
              </a:rPr>
            </a:br>
            <a:r>
              <a:rPr kumimoji="0" lang="en-US" sz="4000" b="0" i="0" u="none" strike="noStrike" kern="1200" cap="none" spc="-100" normalizeH="0" baseline="0" noProof="0" dirty="0" smtClean="0">
                <a:ln>
                  <a:noFill/>
                </a:ln>
                <a:solidFill>
                  <a:srgbClr val="FFFF00"/>
                </a:solidFill>
                <a:effectLst/>
                <a:uLnTx/>
                <a:uFillTx/>
                <a:latin typeface="+mj-lt"/>
                <a:ea typeface="+mj-ea"/>
                <a:cs typeface="+mj-cs"/>
              </a:rPr>
              <a:t>BY</a:t>
            </a:r>
            <a:br>
              <a:rPr kumimoji="0" lang="en-US" sz="4000" b="0" i="0" u="none" strike="noStrike" kern="1200" cap="none" spc="-100" normalizeH="0" baseline="0" noProof="0" dirty="0" smtClean="0">
                <a:ln>
                  <a:noFill/>
                </a:ln>
                <a:solidFill>
                  <a:srgbClr val="FFFF00"/>
                </a:solidFill>
                <a:effectLst/>
                <a:uLnTx/>
                <a:uFillTx/>
                <a:latin typeface="+mj-lt"/>
                <a:ea typeface="+mj-ea"/>
                <a:cs typeface="+mj-cs"/>
              </a:rPr>
            </a:br>
            <a:endParaRPr kumimoji="0" lang="en-US" sz="4000" b="0" i="0" u="none" strike="noStrike" kern="1200" cap="none" spc="-100" normalizeH="0" baseline="0" noProof="0" dirty="0">
              <a:ln>
                <a:noFill/>
              </a:ln>
              <a:solidFill>
                <a:srgbClr val="C1EEFF"/>
              </a:solidFill>
              <a:effectLst/>
              <a:uLnTx/>
              <a:uFillTx/>
              <a:latin typeface="+mj-lt"/>
              <a:ea typeface="+mj-ea"/>
              <a:cs typeface="+mj-cs"/>
            </a:endParaRPr>
          </a:p>
        </p:txBody>
      </p:sp>
      <p:pic>
        <p:nvPicPr>
          <p:cNvPr id="4" name="cesarean birth - C Section - LSCS- Child Birth.mp4">
            <a:hlinkClick r:id="" action="ppaction://media"/>
          </p:cNvPr>
          <p:cNvPicPr>
            <a:picLocks noGrp="1" noRot="1" noChangeAspect="1"/>
          </p:cNvPicPr>
          <p:nvPr>
            <p:ph idx="1"/>
            <a:videoFile r:link="rId1"/>
            <p:extLst>
              <p:ext uri="{DAA4B4D4-6D71-4841-9C94-3DE7FCFB9230}">
                <p14:media xmlns:p14="http://schemas.microsoft.com/office/powerpoint/2010/main" r:link="rId2"/>
              </p:ext>
            </p:extLst>
          </p:nvPr>
        </p:nvPicPr>
        <p:blipFill>
          <a:blip r:embed="rId3"/>
          <a:srcRect/>
          <a:stretch>
            <a:fillRect/>
          </a:stretch>
        </p:blipFill>
        <p:spPr>
          <a:xfrm>
            <a:off x="3276600" y="2743200"/>
            <a:ext cx="4724400" cy="3581400"/>
          </a:xfrm>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fullScrn="0">
              <p:cMediaNode showWhenStopped="1">
                <p:cTn id="7" fill="remove" display="0">
                  <p:stCondLst>
                    <p:cond delay="indefinite"/>
                  </p:stCondLst>
                  <p:endCondLst>
                    <p:cond evt="onNext" delay="0">
                      <p:tgtEl>
                        <p:sldTgt/>
                      </p:tgtEl>
                    </p:cond>
                    <p:cond evt="onPrev" delay="0">
                      <p:tgtEl>
                        <p:sldTgt/>
                      </p:tgtEl>
                    </p:cond>
                  </p:end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4" name="Title 1"/>
          <p:cNvSpPr>
            <a:spLocks noGrp="1"/>
          </p:cNvSpPr>
          <p:nvPr>
            <p:ph type="title"/>
          </p:nvPr>
        </p:nvSpPr>
        <p:spPr>
          <a:xfrm>
            <a:off x="457200" y="274638"/>
            <a:ext cx="7467600" cy="639763"/>
          </a:xfrm>
        </p:spPr>
        <p:txBody>
          <a:bodyPr vert="horz" anchor="t">
            <a:no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4800" b="0" i="0" u="none" strike="noStrike" kern="1200" cap="none" spc="-100" normalizeH="0" baseline="0" noProof="0" dirty="0" smtClean="0">
                <a:ln>
                  <a:noFill/>
                </a:ln>
                <a:solidFill>
                  <a:schemeClr val="accent2">
                    <a:lumMod val="60000"/>
                    <a:lumOff val="40000"/>
                  </a:schemeClr>
                </a:solidFill>
                <a:effectLst/>
                <a:uLnTx/>
                <a:uFillTx/>
                <a:latin typeface="+mj-lt"/>
                <a:ea typeface="+mj-ea"/>
                <a:cs typeface="+mj-cs"/>
              </a:rPr>
              <a:t>OBJECTIVES</a:t>
            </a:r>
            <a:endParaRPr kumimoji="0" lang="en-US" sz="4800" b="0" i="0" u="none" strike="noStrike" kern="1200" cap="none" spc="-100" normalizeH="0" baseline="0" noProof="0" dirty="0" smtClean="0">
              <a:ln>
                <a:noFill/>
              </a:ln>
              <a:solidFill>
                <a:schemeClr val="accent2">
                  <a:lumMod val="60000"/>
                  <a:lumOff val="40000"/>
                </a:schemeClr>
              </a:solidFill>
              <a:effectLst/>
              <a:uLnTx/>
              <a:uFillTx/>
              <a:latin typeface="+mj-lt"/>
              <a:ea typeface="+mj-ea"/>
              <a:cs typeface="+mj-cs"/>
            </a:endParaRPr>
          </a:p>
        </p:txBody>
      </p:sp>
      <p:sp>
        <p:nvSpPr>
          <p:cNvPr id="9219" name="Content Placeholder 2"/>
          <p:cNvSpPr>
            <a:spLocks noGrp="1"/>
          </p:cNvSpPr>
          <p:nvPr>
            <p:ph idx="1"/>
          </p:nvPr>
        </p:nvSpPr>
        <p:spPr>
          <a:xfrm>
            <a:off x="457200" y="838200"/>
            <a:ext cx="8001000" cy="5635625"/>
          </a:xfrm>
        </p:spPr>
        <p:txBody>
          <a:bodyPr vert="horz" wrap="square" lIns="91440" tIns="45720" rIns="91440" bIns="45720" numCol="1" anchor="t" anchorCtr="0" compatLnSpc="1">
            <a:normAutofit/>
          </a:bodyPr>
          <a:lstStyle/>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Wingdings" panose="05000000000000000000" pitchFamily="2" charset="2"/>
              <a:buChar char=""/>
              <a:defRPr/>
            </a:pPr>
            <a:endParaRPr kumimoji="0" lang="en-US" sz="40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Wingdings" panose="05000000000000000000" pitchFamily="2" charset="2"/>
              <a:buChar char=""/>
              <a:defRPr/>
            </a:pPr>
            <a:r>
              <a:rPr kumimoji="0" lang="en-US" sz="4000" b="0" i="0" u="none" strike="noStrike" kern="1200" cap="none" spc="0" normalizeH="0" baseline="0" noProof="0" dirty="0" smtClean="0">
                <a:ln>
                  <a:noFill/>
                </a:ln>
                <a:solidFill>
                  <a:srgbClr val="FFFF00"/>
                </a:solidFill>
                <a:effectLst/>
                <a:uLnTx/>
                <a:uFillTx/>
                <a:latin typeface="+mn-lt"/>
                <a:ea typeface="+mn-ea"/>
                <a:cs typeface="+mn-cs"/>
              </a:rPr>
              <a:t>Describe how to promote safety and infection prevention</a:t>
            </a:r>
            <a:endParaRPr kumimoji="0" lang="en-US" sz="4000" b="0" i="0" u="none" strike="noStrike" kern="1200" cap="none" spc="0" normalizeH="0" baseline="0" noProof="0" dirty="0" smtClean="0">
              <a:ln>
                <a:noFill/>
              </a:ln>
              <a:solidFill>
                <a:srgbClr val="FFFF00"/>
              </a:solidFill>
              <a:effectLst/>
              <a:uLnTx/>
              <a:uFillTx/>
              <a:latin typeface="+mn-lt"/>
              <a:ea typeface="+mn-ea"/>
              <a:cs typeface="+mn-cs"/>
            </a:endParaRPr>
          </a:p>
          <a:p>
            <a:pPr marL="868680" marR="0" lvl="1" indent="-283210" algn="l" defTabSz="914400" rtl="0" eaLnBrk="1" fontAlgn="auto" latinLnBrk="0" hangingPunct="1">
              <a:lnSpc>
                <a:spcPct val="100000"/>
              </a:lnSpc>
              <a:spcBef>
                <a:spcPct val="20000"/>
              </a:spcBef>
              <a:spcAft>
                <a:spcPts val="0"/>
              </a:spcAft>
              <a:buClr>
                <a:schemeClr val="accent2"/>
              </a:buClr>
              <a:buSzPct val="90000"/>
              <a:buFont typeface="Wingdings" panose="05000000000000000000" pitchFamily="2" charset="2"/>
              <a:buChar char=""/>
              <a:defRPr/>
            </a:pPr>
            <a:r>
              <a:rPr kumimoji="0" lang="en-US" sz="4000" b="0" i="0" u="none" strike="noStrike" kern="1200" cap="none" spc="0" normalizeH="0" baseline="0" noProof="0" dirty="0" smtClean="0">
                <a:ln>
                  <a:noFill/>
                </a:ln>
                <a:solidFill>
                  <a:srgbClr val="FFFF00"/>
                </a:solidFill>
                <a:effectLst/>
                <a:uLnTx/>
                <a:uFillTx/>
                <a:latin typeface="+mn-lt"/>
                <a:ea typeface="+mn-ea"/>
                <a:cs typeface="+mn-cs"/>
              </a:rPr>
              <a:t>General layout</a:t>
            </a:r>
            <a:endParaRPr kumimoji="0" lang="en-US" sz="4000" b="0" i="0" u="none" strike="noStrike" kern="1200" cap="none" spc="0" normalizeH="0" baseline="0" noProof="0" dirty="0" smtClean="0">
              <a:ln>
                <a:noFill/>
              </a:ln>
              <a:solidFill>
                <a:srgbClr val="FFFF00"/>
              </a:solidFill>
              <a:effectLst/>
              <a:uLnTx/>
              <a:uFillTx/>
              <a:latin typeface="+mn-lt"/>
              <a:ea typeface="+mn-ea"/>
              <a:cs typeface="+mn-cs"/>
            </a:endParaRPr>
          </a:p>
          <a:p>
            <a:pPr marL="868680" marR="0" lvl="1" indent="-283210" algn="l" defTabSz="914400" rtl="0" eaLnBrk="1" fontAlgn="auto" latinLnBrk="0" hangingPunct="1">
              <a:lnSpc>
                <a:spcPct val="100000"/>
              </a:lnSpc>
              <a:spcBef>
                <a:spcPct val="20000"/>
              </a:spcBef>
              <a:spcAft>
                <a:spcPts val="0"/>
              </a:spcAft>
              <a:buClr>
                <a:schemeClr val="accent2"/>
              </a:buClr>
              <a:buSzPct val="90000"/>
              <a:buFont typeface="Wingdings" panose="05000000000000000000" pitchFamily="2" charset="2"/>
              <a:buChar char=""/>
              <a:defRPr/>
            </a:pPr>
            <a:r>
              <a:rPr kumimoji="0" lang="en-US" sz="4000" b="0" i="0" u="none" strike="noStrike" kern="1200" cap="none" spc="0" normalizeH="0" baseline="0" noProof="0" dirty="0" smtClean="0">
                <a:ln>
                  <a:noFill/>
                </a:ln>
                <a:solidFill>
                  <a:srgbClr val="FFFF00"/>
                </a:solidFill>
                <a:effectLst/>
                <a:uLnTx/>
                <a:uFillTx/>
                <a:latin typeface="+mn-lt"/>
                <a:ea typeface="+mn-ea"/>
                <a:cs typeface="+mn-cs"/>
              </a:rPr>
              <a:t>Demonstrate ability to scrub, mask, gown</a:t>
            </a:r>
            <a:endParaRPr kumimoji="0" lang="en-US" sz="4000" b="0" i="0" u="none" strike="noStrike" kern="1200" cap="none" spc="0" normalizeH="0" baseline="0" noProof="0" dirty="0" smtClean="0">
              <a:ln>
                <a:noFill/>
              </a:ln>
              <a:solidFill>
                <a:srgbClr val="FFFF00"/>
              </a:solidFill>
              <a:effectLst/>
              <a:uLnTx/>
              <a:uFillTx/>
              <a:latin typeface="+mn-lt"/>
              <a:ea typeface="+mn-ea"/>
              <a:cs typeface="+mn-cs"/>
            </a:endParaRPr>
          </a:p>
          <a:p>
            <a:pPr marL="868680" marR="0" lvl="1" indent="-283210" algn="l" defTabSz="914400" rtl="0" eaLnBrk="1" fontAlgn="auto" latinLnBrk="0" hangingPunct="1">
              <a:lnSpc>
                <a:spcPct val="100000"/>
              </a:lnSpc>
              <a:spcBef>
                <a:spcPct val="20000"/>
              </a:spcBef>
              <a:spcAft>
                <a:spcPts val="0"/>
              </a:spcAft>
              <a:buClr>
                <a:schemeClr val="accent2"/>
              </a:buClr>
              <a:buSzPct val="90000"/>
              <a:buFont typeface="Wingdings" panose="05000000000000000000" pitchFamily="2" charset="2"/>
              <a:buChar char=""/>
              <a:defRPr/>
            </a:pPr>
            <a:r>
              <a:rPr kumimoji="0" lang="en-US" sz="4000" b="0" i="0" u="none" strike="noStrike" kern="1200" cap="none" spc="0" normalizeH="0" baseline="0" noProof="0" dirty="0" smtClean="0">
                <a:ln>
                  <a:noFill/>
                </a:ln>
                <a:solidFill>
                  <a:srgbClr val="FFFF00"/>
                </a:solidFill>
                <a:effectLst/>
                <a:uLnTx/>
                <a:uFillTx/>
                <a:latin typeface="+mn-lt"/>
                <a:ea typeface="+mn-ea"/>
                <a:cs typeface="+mn-cs"/>
              </a:rPr>
              <a:t>Prepare a typical theatre day</a:t>
            </a:r>
            <a:endParaRPr kumimoji="0" lang="en-US" sz="4000" b="0" i="0" u="none" strike="noStrike" kern="1200" cap="none" spc="0" normalizeH="0" baseline="0" noProof="0" dirty="0" smtClean="0">
              <a:ln>
                <a:noFill/>
              </a:ln>
              <a:solidFill>
                <a:srgbClr val="FFFF00"/>
              </a:solidFill>
              <a:effectLst/>
              <a:uLnTx/>
              <a:uFillTx/>
              <a:latin typeface="+mn-lt"/>
              <a:ea typeface="+mn-ea"/>
              <a:cs typeface="+mn-cs"/>
            </a:endParaRPr>
          </a:p>
          <a:p>
            <a:pPr marL="868680" marR="0" lvl="1" indent="-283210" algn="l" defTabSz="914400" rtl="0" eaLnBrk="1" fontAlgn="auto" latinLnBrk="0" hangingPunct="1">
              <a:lnSpc>
                <a:spcPct val="100000"/>
              </a:lnSpc>
              <a:spcBef>
                <a:spcPct val="20000"/>
              </a:spcBef>
              <a:spcAft>
                <a:spcPts val="0"/>
              </a:spcAft>
              <a:buClr>
                <a:schemeClr val="accent2"/>
              </a:buClr>
              <a:buSzPct val="90000"/>
              <a:buFont typeface="Arial" panose="020B0604020202020204" pitchFamily="34" charset="0"/>
              <a:buNone/>
              <a:defRPr/>
            </a:pPr>
            <a:endParaRPr kumimoji="0" lang="en-US" sz="26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Wingdings 2" panose="05020102010507070707"/>
              <a:buChar char=""/>
              <a:defRPr/>
            </a:pPr>
            <a:endParaRPr kumimoji="0" lang="en-US" sz="30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Wingdings 2" panose="05020102010507070707"/>
              <a:buChar char=""/>
              <a:defRPr/>
            </a:pPr>
            <a:endParaRPr kumimoji="0" lang="en-US" sz="3000" b="0" i="0" u="none" strike="noStrike" kern="1200" cap="none" spc="0" normalizeH="0" baseline="0" noProof="0" dirty="0" smtClean="0">
              <a:ln>
                <a:noFill/>
              </a:ln>
              <a:solidFill>
                <a:srgbClr val="FFFF00"/>
              </a:solidFill>
              <a:effectLst/>
              <a:uLnTx/>
              <a:uFillTx/>
              <a:latin typeface="+mn-lt"/>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533400" y="0"/>
            <a:ext cx="8610600" cy="6356350"/>
          </a:xfrm>
        </p:spPr>
        <p:txBody>
          <a:bodyPr vert="horz" wrap="square" lIns="91440" tIns="45720" rIns="91440" bIns="45720" numCol="1" anchor="t" anchorCtr="0" compatLnSpc="1"/>
          <a:lstStyle/>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Wingdings" panose="05000000000000000000" pitchFamily="2" charset="2"/>
              <a:buNone/>
              <a:defRPr/>
            </a:pPr>
            <a:r>
              <a:rPr kumimoji="0" lang="en-US" sz="3600" b="0" i="0" u="none" strike="noStrike" kern="1200" cap="none" spc="0" normalizeH="0" baseline="0" noProof="0" dirty="0" smtClean="0">
                <a:ln>
                  <a:noFill/>
                </a:ln>
                <a:solidFill>
                  <a:schemeClr val="accent2">
                    <a:lumMod val="40000"/>
                    <a:lumOff val="60000"/>
                  </a:schemeClr>
                </a:solidFill>
                <a:effectLst/>
                <a:uLnTx/>
                <a:uFillTx/>
                <a:latin typeface="+mn-lt"/>
                <a:ea typeface="+mn-ea"/>
                <a:cs typeface="+mn-cs"/>
              </a:rPr>
              <a:t>Describe the co-ordination of activities in theatre</a:t>
            </a:r>
            <a:endParaRPr kumimoji="0" lang="en-US" sz="3600" b="0" i="0" u="none" strike="noStrike" kern="1200" cap="none" spc="0" normalizeH="0" baseline="0" noProof="0" dirty="0" smtClean="0">
              <a:ln>
                <a:noFill/>
              </a:ln>
              <a:solidFill>
                <a:schemeClr val="accent2">
                  <a:lumMod val="40000"/>
                  <a:lumOff val="60000"/>
                </a:schemeClr>
              </a:solidFill>
              <a:effectLst/>
              <a:uLnTx/>
              <a:uFillTx/>
              <a:latin typeface="+mn-lt"/>
              <a:ea typeface="+mn-ea"/>
              <a:cs typeface="+mn-cs"/>
            </a:endParaRPr>
          </a:p>
          <a:p>
            <a:pPr marL="868680" marR="0" lvl="1" indent="-283210" algn="l" defTabSz="914400" rtl="0" eaLnBrk="1" fontAlgn="auto" latinLnBrk="0" hangingPunct="1">
              <a:lnSpc>
                <a:spcPct val="100000"/>
              </a:lnSpc>
              <a:spcBef>
                <a:spcPct val="20000"/>
              </a:spcBef>
              <a:spcAft>
                <a:spcPts val="0"/>
              </a:spcAft>
              <a:buClr>
                <a:schemeClr val="accent2"/>
              </a:buClr>
              <a:buSzPct val="90000"/>
              <a:buFont typeface="Wingdings 2" panose="05020102010507070707"/>
              <a:buChar char=""/>
              <a:defRPr/>
            </a:pP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868680" marR="0" lvl="1" indent="-283210" algn="l" defTabSz="914400" rtl="0" eaLnBrk="1" fontAlgn="auto" latinLnBrk="0" hangingPunct="1">
              <a:lnSpc>
                <a:spcPct val="100000"/>
              </a:lnSpc>
              <a:spcBef>
                <a:spcPct val="20000"/>
              </a:spcBef>
              <a:spcAft>
                <a:spcPts val="0"/>
              </a:spcAft>
              <a:buClr>
                <a:schemeClr val="accent2"/>
              </a:buClr>
              <a:buSzPct val="90000"/>
              <a:buFont typeface="Wingdings 2" panose="05020102010507070707"/>
              <a:buChar char=""/>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Co-ordination of staff</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868680" marR="0" lvl="1" indent="-283210" algn="l" defTabSz="914400" rtl="0" eaLnBrk="1" fontAlgn="auto" latinLnBrk="0" hangingPunct="1">
              <a:lnSpc>
                <a:spcPct val="100000"/>
              </a:lnSpc>
              <a:spcBef>
                <a:spcPct val="20000"/>
              </a:spcBef>
              <a:spcAft>
                <a:spcPts val="0"/>
              </a:spcAft>
              <a:buClr>
                <a:schemeClr val="accent2"/>
              </a:buClr>
              <a:buSzPct val="90000"/>
              <a:buFont typeface="Wingdings 2" panose="05020102010507070707"/>
              <a:buChar char=""/>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Communication with surgical ward nurses/</a:t>
            </a:r>
            <a:r>
              <a:rPr kumimoji="0" lang="en-US" sz="3600" b="0" i="0" u="none" strike="noStrike" kern="1200" cap="none" spc="0" normalizeH="0" baseline="0" noProof="0" dirty="0" err="1" smtClean="0">
                <a:ln>
                  <a:noFill/>
                </a:ln>
                <a:solidFill>
                  <a:srgbClr val="FFFF00"/>
                </a:solidFill>
                <a:effectLst/>
                <a:uLnTx/>
                <a:uFillTx/>
                <a:latin typeface="+mn-lt"/>
                <a:ea typeface="+mn-ea"/>
                <a:cs typeface="+mn-cs"/>
              </a:rPr>
              <a:t>depts</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868680" marR="0" lvl="1" indent="-283210" algn="l" defTabSz="914400" rtl="0" eaLnBrk="1" fontAlgn="auto" latinLnBrk="0" hangingPunct="1">
              <a:lnSpc>
                <a:spcPct val="100000"/>
              </a:lnSpc>
              <a:spcBef>
                <a:spcPct val="20000"/>
              </a:spcBef>
              <a:spcAft>
                <a:spcPts val="0"/>
              </a:spcAft>
              <a:buClr>
                <a:schemeClr val="accent2"/>
              </a:buClr>
              <a:buSzPct val="90000"/>
              <a:buFont typeface="Wingdings 2" panose="05020102010507070707"/>
              <a:buChar char=""/>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Nursing care of patients in OT</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868680" marR="0" lvl="1" indent="-283210" algn="l" defTabSz="914400" rtl="0" eaLnBrk="1" fontAlgn="auto" latinLnBrk="0" hangingPunct="1">
              <a:lnSpc>
                <a:spcPct val="100000"/>
              </a:lnSpc>
              <a:spcBef>
                <a:spcPct val="20000"/>
              </a:spcBef>
              <a:spcAft>
                <a:spcPts val="0"/>
              </a:spcAft>
              <a:buClr>
                <a:schemeClr val="accent2"/>
              </a:buClr>
              <a:buSzPct val="90000"/>
              <a:buFont typeface="Wingdings 2" panose="05020102010507070707"/>
              <a:buChar char=""/>
              <a:defRPr/>
            </a:pP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571500" marR="0" lvl="0" indent="-514350" algn="l" defTabSz="914400" rtl="0" eaLnBrk="1" fontAlgn="auto" latinLnBrk="0" hangingPunct="1">
              <a:lnSpc>
                <a:spcPct val="100000"/>
              </a:lnSpc>
              <a:spcBef>
                <a:spcPts val="700"/>
              </a:spcBef>
              <a:spcAft>
                <a:spcPts val="0"/>
              </a:spcAft>
              <a:buClr>
                <a:schemeClr val="tx1">
                  <a:shade val="95000"/>
                </a:schemeClr>
              </a:buClr>
              <a:buSzPct val="95000"/>
              <a:buFont typeface="Wingdings" panose="05000000000000000000" pitchFamily="2" charset="2"/>
              <a:buChar char="§"/>
              <a:defRPr/>
            </a:pPr>
            <a:r>
              <a:rPr kumimoji="0" lang="en-US" sz="3600" b="0" i="0" u="none" strike="noStrike" kern="1200" cap="none" spc="0" normalizeH="0" baseline="0" noProof="0" dirty="0" smtClean="0">
                <a:ln>
                  <a:noFill/>
                </a:ln>
                <a:solidFill>
                  <a:schemeClr val="accent2">
                    <a:lumMod val="40000"/>
                    <a:lumOff val="60000"/>
                  </a:schemeClr>
                </a:solidFill>
                <a:effectLst/>
                <a:uLnTx/>
                <a:uFillTx/>
                <a:latin typeface="+mn-lt"/>
                <a:ea typeface="+mn-ea"/>
                <a:cs typeface="+mn-cs"/>
              </a:rPr>
              <a:t>Describe the measures to be taken in ensuring quality care in OT</a:t>
            </a:r>
            <a:endParaRPr kumimoji="0" lang="en-US" sz="3600" b="0" i="0" u="none" strike="noStrike" kern="1200" cap="none" spc="0" normalizeH="0" baseline="0" noProof="0" dirty="0" smtClean="0">
              <a:ln>
                <a:noFill/>
              </a:ln>
              <a:solidFill>
                <a:schemeClr val="accent2">
                  <a:lumMod val="40000"/>
                  <a:lumOff val="60000"/>
                </a:schemeClr>
              </a:solidFill>
              <a:effectLst/>
              <a:uLnTx/>
              <a:uFillTx/>
              <a:latin typeface="+mn-lt"/>
              <a:ea typeface="+mn-ea"/>
              <a:cs typeface="+mn-cs"/>
            </a:endParaRPr>
          </a:p>
          <a:p>
            <a:pPr marL="411480" marR="0" lvl="0" indent="-342900" algn="l" defTabSz="914400" rtl="0" eaLnBrk="0" fontAlgn="base" latinLnBrk="0" hangingPunct="0">
              <a:lnSpc>
                <a:spcPct val="100000"/>
              </a:lnSpc>
              <a:spcBef>
                <a:spcPts val="700"/>
              </a:spcBef>
              <a:spcAft>
                <a:spcPct val="0"/>
              </a:spcAft>
              <a:buClr>
                <a:schemeClr val="tx2"/>
              </a:buClr>
              <a:buSzPct val="95000"/>
              <a:buFont typeface="Wingdings" panose="05000000000000000000" pitchFamily="2" charset="2"/>
              <a:buChar char=""/>
              <a:defRPr/>
            </a:pPr>
            <a:endParaRPr kumimoji="0" lang="en-US" sz="30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Title 1"/>
          <p:cNvSpPr>
            <a:spLocks noGrp="1"/>
          </p:cNvSpPr>
          <p:nvPr>
            <p:ph type="title"/>
          </p:nvPr>
        </p:nvSpPr>
        <p:spPr/>
        <p:txBody>
          <a:bodyPr vert="horz" anchor="t">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4000" b="0" i="0" u="none" strike="noStrike" kern="1200" cap="none" spc="-100" normalizeH="0" baseline="0" noProof="0" dirty="0" smtClean="0">
                <a:ln>
                  <a:noFill/>
                </a:ln>
                <a:solidFill>
                  <a:schemeClr val="accent2">
                    <a:lumMod val="40000"/>
                    <a:lumOff val="60000"/>
                  </a:schemeClr>
                </a:solidFill>
                <a:effectLst/>
                <a:uLnTx/>
                <a:uFillTx/>
                <a:latin typeface="+mj-lt"/>
                <a:ea typeface="+mj-ea"/>
                <a:cs typeface="+mj-cs"/>
              </a:rPr>
              <a:t>INTRODUCTION AND DEFINITIONS</a:t>
            </a:r>
            <a:endParaRPr kumimoji="0" lang="en-US" sz="4000" b="0" i="0" u="none" strike="noStrike" kern="1200" cap="none" spc="-100" normalizeH="0" baseline="0" noProof="0" dirty="0" smtClean="0">
              <a:ln>
                <a:noFill/>
              </a:ln>
              <a:solidFill>
                <a:schemeClr val="accent2">
                  <a:lumMod val="40000"/>
                  <a:lumOff val="60000"/>
                </a:schemeClr>
              </a:solidFill>
              <a:effectLst/>
              <a:uLnTx/>
              <a:uFillTx/>
              <a:latin typeface="+mj-lt"/>
              <a:ea typeface="+mj-ea"/>
              <a:cs typeface="+mj-cs"/>
            </a:endParaRPr>
          </a:p>
        </p:txBody>
      </p:sp>
      <p:sp>
        <p:nvSpPr>
          <p:cNvPr id="5123" name="Content Placeholder 2"/>
          <p:cNvSpPr>
            <a:spLocks noGrp="1"/>
          </p:cNvSpPr>
          <p:nvPr>
            <p:ph idx="1"/>
          </p:nvPr>
        </p:nvSpPr>
        <p:spPr>
          <a:xfrm>
            <a:off x="381000" y="0"/>
            <a:ext cx="8763000" cy="6477000"/>
          </a:xfrm>
        </p:spPr>
        <p:txBody>
          <a:bodyPr vert="horz" wrap="square" lIns="91440" tIns="45720" rIns="91440" bIns="45720" numCol="1" anchor="t" anchorCtr="0" compatLnSpc="1">
            <a:noAutofit/>
          </a:bodyPr>
          <a:lstStyle/>
          <a:p>
            <a:pPr marL="274320" marR="0" lvl="0" indent="-274320" algn="l" defTabSz="914400" rtl="0" eaLnBrk="1" fontAlgn="auto" latinLnBrk="0" hangingPunct="1">
              <a:lnSpc>
                <a:spcPct val="100000"/>
              </a:lnSpc>
              <a:spcBef>
                <a:spcPts val="700"/>
              </a:spcBef>
              <a:spcAft>
                <a:spcPts val="0"/>
              </a:spcAft>
              <a:buClr>
                <a:schemeClr val="tx1">
                  <a:shade val="95000"/>
                </a:schemeClr>
              </a:buClr>
              <a:buSzPct val="95000"/>
              <a:buFont typeface="Arial" panose="020B0604020202020204" pitchFamily="34" charset="0"/>
              <a:buNone/>
              <a:defRPr/>
            </a:pPr>
            <a:endParaRPr kumimoji="0" lang="en-US" sz="4000" b="0" i="0" u="none" strike="noStrike" kern="1200" cap="none" spc="0" normalizeH="0" baseline="0" noProof="0" dirty="0" smtClean="0">
              <a:ln>
                <a:noFill/>
              </a:ln>
              <a:solidFill>
                <a:srgbClr val="FFFF00"/>
              </a:solidFill>
              <a:effectLst/>
              <a:uLnTx/>
              <a:uFillTx/>
              <a:latin typeface="+mn-lt"/>
              <a:ea typeface="+mn-ea"/>
              <a:cs typeface="+mn-cs"/>
            </a:endParaRPr>
          </a:p>
          <a:p>
            <a:pPr marL="274320" marR="0" lvl="0" indent="-274320" algn="l" defTabSz="914400" rtl="0" eaLnBrk="1" fontAlgn="auto" latinLnBrk="0" hangingPunct="1">
              <a:lnSpc>
                <a:spcPct val="100000"/>
              </a:lnSpc>
              <a:spcBef>
                <a:spcPts val="700"/>
              </a:spcBef>
              <a:spcAft>
                <a:spcPts val="0"/>
              </a:spcAft>
              <a:buClr>
                <a:schemeClr val="tx1">
                  <a:shade val="95000"/>
                </a:schemeClr>
              </a:buClr>
              <a:buSzPct val="95000"/>
              <a:buFont typeface="Wingdings" panose="05000000000000000000"/>
              <a:buChar char=""/>
              <a:defRPr/>
            </a:pPr>
            <a:endParaRPr kumimoji="0" lang="en-US" sz="4000" b="0" i="0" u="none" strike="noStrike" kern="1200" cap="none" spc="0" normalizeH="0" baseline="0" noProof="0" dirty="0" smtClean="0">
              <a:ln>
                <a:noFill/>
              </a:ln>
              <a:solidFill>
                <a:srgbClr val="FFFF00"/>
              </a:solidFill>
              <a:effectLst/>
              <a:uLnTx/>
              <a:uFillTx/>
              <a:latin typeface="+mn-lt"/>
              <a:ea typeface="+mn-ea"/>
              <a:cs typeface="+mn-cs"/>
            </a:endParaRPr>
          </a:p>
          <a:p>
            <a:pPr marL="274320" marR="0" lvl="0" indent="-274320" algn="l" defTabSz="914400" rtl="0" eaLnBrk="1" fontAlgn="auto" latinLnBrk="0" hangingPunct="1">
              <a:lnSpc>
                <a:spcPct val="100000"/>
              </a:lnSpc>
              <a:spcBef>
                <a:spcPts val="700"/>
              </a:spcBef>
              <a:spcAft>
                <a:spcPts val="0"/>
              </a:spcAft>
              <a:buClr>
                <a:schemeClr val="tx1">
                  <a:shade val="95000"/>
                </a:schemeClr>
              </a:buClr>
              <a:buSzPct val="95000"/>
              <a:buFont typeface="Wingdings" panose="05000000000000000000"/>
              <a:buChar char=""/>
              <a:defRPr/>
            </a:pPr>
            <a:r>
              <a:rPr kumimoji="0" lang="en-US" sz="4000" b="0" i="0" u="none" strike="noStrike" kern="1200" cap="none" spc="0" normalizeH="0" baseline="0" noProof="0" dirty="0" smtClean="0">
                <a:ln>
                  <a:noFill/>
                </a:ln>
                <a:solidFill>
                  <a:srgbClr val="FFFF00"/>
                </a:solidFill>
                <a:effectLst/>
                <a:uLnTx/>
                <a:uFillTx/>
                <a:latin typeface="+mn-lt"/>
                <a:ea typeface="+mn-ea"/>
                <a:cs typeface="+mn-cs"/>
              </a:rPr>
              <a:t>Theater nurses are nurses who are offering comprehensive specialized care in a specialized unit.</a:t>
            </a:r>
            <a:endParaRPr kumimoji="0" lang="en-US" sz="4000" b="0" i="0" u="none" strike="noStrike" kern="1200" cap="none" spc="0" normalizeH="0" baseline="0" noProof="0" dirty="0" smtClean="0">
              <a:ln>
                <a:noFill/>
              </a:ln>
              <a:solidFill>
                <a:srgbClr val="FFFF00"/>
              </a:solidFill>
              <a:effectLst/>
              <a:uLnTx/>
              <a:uFillTx/>
              <a:latin typeface="+mn-lt"/>
              <a:ea typeface="+mn-ea"/>
              <a:cs typeface="+mn-cs"/>
            </a:endParaRPr>
          </a:p>
          <a:p>
            <a:pPr marL="274320" marR="0" lvl="0" indent="-274320" algn="l" defTabSz="914400" rtl="0" eaLnBrk="1" fontAlgn="auto" latinLnBrk="0" hangingPunct="1">
              <a:lnSpc>
                <a:spcPct val="100000"/>
              </a:lnSpc>
              <a:spcBef>
                <a:spcPts val="700"/>
              </a:spcBef>
              <a:spcAft>
                <a:spcPts val="0"/>
              </a:spcAft>
              <a:buClr>
                <a:schemeClr val="tx1">
                  <a:shade val="95000"/>
                </a:schemeClr>
              </a:buClr>
              <a:buSzPct val="95000"/>
              <a:buFont typeface="Wingdings" panose="05000000000000000000"/>
              <a:buChar char=""/>
              <a:defRPr/>
            </a:pPr>
            <a:r>
              <a:rPr kumimoji="0" lang="en-US" sz="4000" b="0" i="0" u="none" strike="noStrike" kern="1200" cap="none" spc="0" normalizeH="0" baseline="0" noProof="0" dirty="0" smtClean="0">
                <a:ln>
                  <a:noFill/>
                </a:ln>
                <a:solidFill>
                  <a:srgbClr val="FFFF00"/>
                </a:solidFill>
                <a:effectLst/>
                <a:uLnTx/>
                <a:uFillTx/>
                <a:latin typeface="+mn-lt"/>
                <a:ea typeface="+mn-ea"/>
                <a:cs typeface="+mn-cs"/>
              </a:rPr>
              <a:t>They are categorized as scrub, anesthetic, circulating and recovery nurses. They all practice within the scope of their profession</a:t>
            </a:r>
            <a:endParaRPr kumimoji="0" lang="en-US" sz="4000" b="0" i="0" u="none" strike="noStrike" kern="1200" cap="none" spc="0" normalizeH="0" baseline="0" noProof="0" dirty="0" smtClean="0">
              <a:ln>
                <a:noFill/>
              </a:ln>
              <a:solidFill>
                <a:srgbClr val="FFFF00"/>
              </a:solidFill>
              <a:effectLst/>
              <a:uLnTx/>
              <a:uFillTx/>
              <a:latin typeface="+mn-lt"/>
              <a:ea typeface="+mn-ea"/>
              <a:cs typeface="+mn-cs"/>
            </a:endParaRPr>
          </a:p>
          <a:p>
            <a:pPr marL="274320" marR="0" lvl="0" indent="-274320" algn="l" defTabSz="914400" rtl="0" eaLnBrk="1" fontAlgn="auto" latinLnBrk="0" hangingPunct="1">
              <a:lnSpc>
                <a:spcPct val="100000"/>
              </a:lnSpc>
              <a:spcBef>
                <a:spcPts val="700"/>
              </a:spcBef>
              <a:spcAft>
                <a:spcPts val="0"/>
              </a:spcAft>
              <a:buClr>
                <a:schemeClr val="tx1">
                  <a:shade val="95000"/>
                </a:schemeClr>
              </a:buClr>
              <a:buSzPct val="95000"/>
              <a:buFont typeface="Arial" panose="020B0604020202020204" pitchFamily="34" charset="0"/>
              <a:buNone/>
              <a:defRPr/>
            </a:pPr>
            <a:endParaRPr kumimoji="0" lang="en-US" sz="4000" b="1" i="0" u="none" strike="noStrike" kern="1200" cap="none" spc="0" normalizeH="0" baseline="0" noProof="0" dirty="0" smtClean="0">
              <a:ln>
                <a:noFill/>
              </a:ln>
              <a:solidFill>
                <a:srgbClr val="FFFF00"/>
              </a:solidFill>
              <a:effectLst/>
              <a:uLnTx/>
              <a:uFillTx/>
              <a:latin typeface="+mn-lt"/>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Title 1"/>
          <p:cNvSpPr>
            <a:spLocks noGrp="1"/>
          </p:cNvSpPr>
          <p:nvPr>
            <p:ph type="title"/>
          </p:nvPr>
        </p:nvSpPr>
        <p:spPr>
          <a:xfrm>
            <a:off x="457200" y="381000"/>
            <a:ext cx="8686800" cy="304800"/>
          </a:xfrm>
        </p:spPr>
        <p:txBody>
          <a:bodyPr vert="horz" anchor="t">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4000" b="0" i="0" u="none" strike="noStrike" kern="1200" cap="none" spc="-100" normalizeH="0" baseline="0" noProof="0" dirty="0" smtClean="0">
                <a:ln>
                  <a:noFill/>
                </a:ln>
                <a:solidFill>
                  <a:schemeClr val="accent2">
                    <a:lumMod val="40000"/>
                    <a:lumOff val="60000"/>
                  </a:schemeClr>
                </a:solidFill>
                <a:effectLst/>
                <a:uLnTx/>
                <a:uFillTx/>
                <a:latin typeface="+mj-lt"/>
                <a:ea typeface="+mj-ea"/>
                <a:cs typeface="+mj-cs"/>
              </a:rPr>
              <a:t>HISTORY OF THEATER NURSING</a:t>
            </a:r>
            <a:endParaRPr kumimoji="0" lang="en-US" sz="4000" b="0" i="0" u="none" strike="noStrike" kern="1200" cap="none" spc="-100" normalizeH="0" baseline="0" noProof="0" dirty="0" smtClean="0">
              <a:ln>
                <a:noFill/>
              </a:ln>
              <a:solidFill>
                <a:schemeClr val="accent2">
                  <a:lumMod val="40000"/>
                  <a:lumOff val="60000"/>
                </a:schemeClr>
              </a:solidFill>
              <a:effectLst/>
              <a:uLnTx/>
              <a:uFillTx/>
              <a:latin typeface="+mj-lt"/>
              <a:ea typeface="+mj-ea"/>
              <a:cs typeface="+mj-cs"/>
            </a:endParaRPr>
          </a:p>
        </p:txBody>
      </p:sp>
      <p:sp>
        <p:nvSpPr>
          <p:cNvPr id="12291" name="Content Placeholder 2"/>
          <p:cNvSpPr>
            <a:spLocks noGrp="1"/>
          </p:cNvSpPr>
          <p:nvPr>
            <p:ph idx="1"/>
          </p:nvPr>
        </p:nvSpPr>
        <p:spPr>
          <a:xfrm>
            <a:off x="381000" y="990600"/>
            <a:ext cx="8763000" cy="5867400"/>
          </a:xfrm>
        </p:spPr>
        <p:txBody>
          <a:bodyPr vert="horz" wrap="square" lIns="91440" tIns="45720" rIns="91440" bIns="45720" numCol="1" anchor="t" anchorCtr="0" compatLnSpc="1">
            <a:normAutofit/>
          </a:bodyPr>
          <a:lstStyle/>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Wingdings" panose="05000000000000000000" pitchFamily="2" charset="2"/>
              <a:buChar char=""/>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In the 16</a:t>
            </a:r>
            <a:r>
              <a:rPr kumimoji="0" lang="en-US" sz="3600" b="0" i="0" u="none" strike="noStrike" kern="1200" cap="none" spc="0" normalizeH="0" baseline="30000" noProof="0" dirty="0" smtClean="0">
                <a:ln>
                  <a:noFill/>
                </a:ln>
                <a:solidFill>
                  <a:srgbClr val="FFFF00"/>
                </a:solidFill>
                <a:effectLst/>
                <a:uLnTx/>
                <a:uFillTx/>
                <a:latin typeface="+mn-lt"/>
                <a:ea typeface="+mn-ea"/>
                <a:cs typeface="+mn-cs"/>
              </a:rPr>
              <a:t>th</a:t>
            </a:r>
            <a:r>
              <a:rPr kumimoji="0" lang="en-US" sz="3600" b="0" i="0" u="none" strike="noStrike" kern="1200" cap="none" spc="0" normalizeH="0" baseline="0" noProof="0" dirty="0" smtClean="0">
                <a:ln>
                  <a:noFill/>
                </a:ln>
                <a:solidFill>
                  <a:srgbClr val="FFFF00"/>
                </a:solidFill>
                <a:effectLst/>
                <a:uLnTx/>
                <a:uFillTx/>
                <a:latin typeface="+mn-lt"/>
                <a:ea typeface="+mn-ea"/>
                <a:cs typeface="+mn-cs"/>
              </a:rPr>
              <a:t> BC the ancient Greeks and Romans</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Wingdings" panose="05000000000000000000" pitchFamily="2" charset="2"/>
              <a:buChar char=""/>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    used strings as ligatures before discovering  hot iron to prevent hemorrhage</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Wingdings" panose="05000000000000000000" pitchFamily="2" charset="2"/>
              <a:buChar char=""/>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17</a:t>
            </a:r>
            <a:r>
              <a:rPr kumimoji="0" lang="en-US" sz="3600" b="0" i="0" u="none" strike="noStrike" kern="1200" cap="none" spc="0" normalizeH="0" baseline="30000" noProof="0" dirty="0" smtClean="0">
                <a:ln>
                  <a:noFill/>
                </a:ln>
                <a:solidFill>
                  <a:srgbClr val="FFFF00"/>
                </a:solidFill>
                <a:effectLst/>
                <a:uLnTx/>
                <a:uFillTx/>
                <a:latin typeface="+mn-lt"/>
                <a:ea typeface="+mn-ea"/>
                <a:cs typeface="+mn-cs"/>
              </a:rPr>
              <a:t>th</a:t>
            </a:r>
            <a:r>
              <a:rPr kumimoji="0" lang="en-US" sz="3600" b="0" i="0" u="none" strike="noStrike" kern="1200" cap="none" spc="0" normalizeH="0" baseline="0" noProof="0" dirty="0" smtClean="0">
                <a:ln>
                  <a:noFill/>
                </a:ln>
                <a:solidFill>
                  <a:srgbClr val="FFFF00"/>
                </a:solidFill>
                <a:effectLst/>
                <a:uLnTx/>
                <a:uFillTx/>
                <a:latin typeface="+mn-lt"/>
                <a:ea typeface="+mn-ea"/>
                <a:cs typeface="+mn-cs"/>
              </a:rPr>
              <a:t> BC Napoleon used alcohol and opium to relieve pain while performing an amputation</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Wingdings" panose="05000000000000000000" pitchFamily="2" charset="2"/>
              <a:buChar char=""/>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1772 Joseph Priestly discovered use of nitrous oxide as anesthesia</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381000" y="609600"/>
            <a:ext cx="8763000" cy="5746750"/>
          </a:xfrm>
        </p:spPr>
        <p:txBody>
          <a:bodyPr vert="horz" wrap="square" lIns="91440" tIns="45720" rIns="91440" bIns="45720" numCol="1" anchor="t" anchorCtr="0" compatLnSpc="1"/>
          <a:lstStyle/>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Wingdings" panose="05000000000000000000" pitchFamily="2" charset="2"/>
              <a:buChar char=""/>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1800 – senior nurses worked in operating theatre</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Wingdings" panose="05000000000000000000" pitchFamily="2" charset="2"/>
              <a:buChar char=""/>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1842- Dr Crawford discovered the use of ether for anesthesia</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Wingdings" panose="05000000000000000000" pitchFamily="2" charset="2"/>
              <a:buChar char=""/>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1847 – James Young discovered chloroform</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Wingdings" panose="05000000000000000000" pitchFamily="2" charset="2"/>
              <a:buChar char=""/>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1865- Joseph Lister used carbonic acid to reduce the growth of bacteria in wounds</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Wingdings" panose="05000000000000000000" pitchFamily="2" charset="2"/>
              <a:buChar char=""/>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1875 first lecture on surgical instrument was given at John Hopkins university</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Wingdings 2" panose="05020102010507070707"/>
              <a:buChar char=""/>
              <a:defRPr/>
            </a:pPr>
            <a:endParaRPr kumimoji="0" lang="en-US" sz="3000" b="0" i="0" u="none" strike="noStrike" kern="1200" cap="none" spc="0" normalizeH="0" baseline="0" noProof="0" dirty="0" smtClean="0">
              <a:ln>
                <a:noFill/>
              </a:ln>
              <a:solidFill>
                <a:srgbClr val="FFFF00"/>
              </a:solidFill>
              <a:effectLst/>
              <a:uLnTx/>
              <a:uFillTx/>
              <a:latin typeface="+mn-lt"/>
              <a:ea typeface="+mn-ea"/>
              <a:cs typeface="+mn-cs"/>
            </a:endParaRPr>
          </a:p>
          <a:p>
            <a:pPr marL="411480" marR="0" lvl="0" indent="-342900" algn="l" defTabSz="914400" rtl="0" eaLnBrk="0" fontAlgn="base" latinLnBrk="0" hangingPunct="0">
              <a:lnSpc>
                <a:spcPct val="100000"/>
              </a:lnSpc>
              <a:spcBef>
                <a:spcPts val="700"/>
              </a:spcBef>
              <a:spcAft>
                <a:spcPct val="0"/>
              </a:spcAft>
              <a:buClr>
                <a:schemeClr val="tx2"/>
              </a:buClr>
              <a:buSzPct val="95000"/>
              <a:buFont typeface="Wingdings" panose="05000000000000000000" pitchFamily="2" charset="2"/>
              <a:buChar char=""/>
              <a:defRPr/>
            </a:pPr>
            <a:endParaRPr kumimoji="0" lang="en-US" sz="30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Content Placeholder 2"/>
          <p:cNvSpPr>
            <a:spLocks noGrp="1"/>
          </p:cNvSpPr>
          <p:nvPr>
            <p:ph idx="1"/>
          </p:nvPr>
        </p:nvSpPr>
        <p:spPr>
          <a:xfrm>
            <a:off x="304800" y="0"/>
            <a:ext cx="9144000" cy="6858000"/>
          </a:xfrm>
        </p:spPr>
        <p:txBody>
          <a:bodyPr vert="horz" wrap="square" lIns="91440" tIns="45720" rIns="91440" bIns="45720" numCol="1" anchor="t" anchorCtr="0" compatLnSpc="1">
            <a:normAutofit/>
          </a:bodyPr>
          <a:lstStyle/>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Wingdings" panose="05000000000000000000" pitchFamily="2" charset="2"/>
              <a:buChar char=""/>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1886- Von Bergemen introduced sterilization of dressings</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Wingdings" panose="05000000000000000000" pitchFamily="2" charset="2"/>
              <a:buChar char=""/>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1890- gloves were introduced as part of surgery</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Wingdings" panose="05000000000000000000" pitchFamily="2" charset="2"/>
              <a:buChar char=""/>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By the end of the 18</a:t>
            </a:r>
            <a:r>
              <a:rPr kumimoji="0" lang="en-US" sz="3600" b="0" i="0" u="none" strike="noStrike" kern="1200" cap="none" spc="0" normalizeH="0" baseline="30000" noProof="0" dirty="0" smtClean="0">
                <a:ln>
                  <a:noFill/>
                </a:ln>
                <a:solidFill>
                  <a:srgbClr val="FFFF00"/>
                </a:solidFill>
                <a:effectLst/>
                <a:uLnTx/>
                <a:uFillTx/>
                <a:latin typeface="+mn-lt"/>
                <a:ea typeface="+mn-ea"/>
                <a:cs typeface="+mn-cs"/>
              </a:rPr>
              <a:t>th</a:t>
            </a:r>
            <a:r>
              <a:rPr kumimoji="0" lang="en-US" sz="3600" b="0" i="0" u="none" strike="noStrike" kern="1200" cap="none" spc="0" normalizeH="0" baseline="0" noProof="0" dirty="0" smtClean="0">
                <a:ln>
                  <a:noFill/>
                </a:ln>
                <a:solidFill>
                  <a:srgbClr val="FFFF00"/>
                </a:solidFill>
                <a:effectLst/>
                <a:uLnTx/>
                <a:uFillTx/>
                <a:latin typeface="+mn-lt"/>
                <a:ea typeface="+mn-ea"/>
                <a:cs typeface="+mn-cs"/>
              </a:rPr>
              <a:t> century muscle relaxants were discovered ( trilene thiopentone, clytopopaine and curare)</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Wingdings" panose="05000000000000000000" pitchFamily="2" charset="2"/>
              <a:buChar char=""/>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1900- hospital based program added surgery in the curriculum where nurses were to undertake theatre rotation as part of their training</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Arial" panose="020B0604020202020204" pitchFamily="34" charset="0"/>
              <a:buChar char="•"/>
              <a:defRPr/>
            </a:pPr>
            <a:endParaRPr kumimoji="0" lang="en-US" sz="3000" b="0" i="0" u="none" strike="noStrike" kern="1200" cap="none" spc="0" normalizeH="0" baseline="0" noProof="0" dirty="0" smtClean="0">
              <a:ln>
                <a:noFill/>
              </a:ln>
              <a:solidFill>
                <a:srgbClr val="FFFF00"/>
              </a:solidFill>
              <a:effectLst/>
              <a:uLnTx/>
              <a:uFillTx/>
              <a:latin typeface="+mn-lt"/>
              <a:ea typeface="+mn-ea"/>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0" y="0"/>
            <a:ext cx="9144000" cy="6356350"/>
          </a:xfrm>
        </p:spPr>
        <p:txBody>
          <a:bodyPr vert="horz" wrap="square" lIns="91440" tIns="45720" rIns="91440" bIns="45720" numCol="1" anchor="t" anchorCtr="0" compatLnSpc="1"/>
          <a:lstStyle/>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Wingdings" panose="05000000000000000000" pitchFamily="2" charset="2"/>
              <a:buChar char=""/>
              <a:defRPr/>
            </a:pPr>
            <a:r>
              <a:rPr kumimoji="0" lang="en-US" sz="4000" b="0" i="0" u="none" strike="noStrike" kern="1200" cap="none" spc="0" normalizeH="0" baseline="0" noProof="0" dirty="0" smtClean="0">
                <a:ln>
                  <a:noFill/>
                </a:ln>
                <a:solidFill>
                  <a:srgbClr val="FFFF00"/>
                </a:solidFill>
                <a:effectLst/>
                <a:uLnTx/>
                <a:uFillTx/>
                <a:latin typeface="+mn-lt"/>
                <a:ea typeface="+mn-ea"/>
                <a:cs typeface="+mn-cs"/>
              </a:rPr>
              <a:t>1910- it was passed that the senior nurse would circulate and the students would scrub</a:t>
            </a:r>
            <a:endParaRPr kumimoji="0" lang="en-US" sz="40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Wingdings" panose="05000000000000000000" pitchFamily="2" charset="2"/>
              <a:buChar char=""/>
              <a:defRPr/>
            </a:pPr>
            <a:r>
              <a:rPr kumimoji="0" lang="en-US" sz="4000" b="0" i="0" u="none" strike="noStrike" kern="1200" cap="none" spc="0" normalizeH="0" baseline="0" noProof="0" dirty="0" smtClean="0">
                <a:ln>
                  <a:noFill/>
                </a:ln>
                <a:solidFill>
                  <a:srgbClr val="FFFF00"/>
                </a:solidFill>
                <a:effectLst/>
                <a:uLnTx/>
                <a:uFillTx/>
                <a:latin typeface="+mn-lt"/>
                <a:ea typeface="+mn-ea"/>
                <a:cs typeface="+mn-cs"/>
              </a:rPr>
              <a:t>1919- clinical instructors were introduced in theatre to guide students</a:t>
            </a:r>
            <a:endParaRPr kumimoji="0" lang="en-US" sz="40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Wingdings" panose="05000000000000000000" pitchFamily="2" charset="2"/>
              <a:buChar char=""/>
              <a:defRPr/>
            </a:pPr>
            <a:r>
              <a:rPr kumimoji="0" lang="en-US" sz="4000" b="0" i="0" u="none" strike="noStrike" kern="1200" cap="none" spc="0" normalizeH="0" baseline="0" noProof="0" dirty="0" smtClean="0">
                <a:ln>
                  <a:noFill/>
                </a:ln>
                <a:solidFill>
                  <a:srgbClr val="FFFF00"/>
                </a:solidFill>
                <a:effectLst/>
                <a:uLnTx/>
                <a:uFillTx/>
                <a:latin typeface="+mn-lt"/>
                <a:ea typeface="+mn-ea"/>
                <a:cs typeface="+mn-cs"/>
              </a:rPr>
              <a:t>1940-1960- theatre technicians were taught on how to scrub due to deficiency of nursing staff</a:t>
            </a:r>
            <a:endParaRPr kumimoji="0" lang="en-US" sz="40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Wingdings" panose="05000000000000000000" pitchFamily="2" charset="2"/>
              <a:buChar char=""/>
              <a:defRPr/>
            </a:pPr>
            <a:r>
              <a:rPr kumimoji="0" lang="en-US" sz="4000" b="0" i="0" u="none" strike="noStrike" kern="1200" cap="none" spc="0" normalizeH="0" baseline="0" noProof="0" dirty="0" smtClean="0">
                <a:ln>
                  <a:noFill/>
                </a:ln>
                <a:solidFill>
                  <a:srgbClr val="FFFF00"/>
                </a:solidFill>
                <a:effectLst/>
                <a:uLnTx/>
                <a:uFillTx/>
                <a:latin typeface="+mn-lt"/>
                <a:ea typeface="+mn-ea"/>
                <a:cs typeface="+mn-cs"/>
              </a:rPr>
              <a:t>1978 – theatre nursing was introduced and revised in 1982</a:t>
            </a:r>
            <a:endParaRPr kumimoji="0" lang="en-US" sz="4000" b="0" i="0" u="none" strike="noStrike" kern="1200" cap="none" spc="0" normalizeH="0" baseline="0" noProof="0" dirty="0" smtClean="0">
              <a:ln>
                <a:noFill/>
              </a:ln>
              <a:solidFill>
                <a:srgbClr val="FFFF00"/>
              </a:solidFill>
              <a:effectLst/>
              <a:uLnTx/>
              <a:uFillTx/>
              <a:latin typeface="+mn-lt"/>
              <a:ea typeface="+mn-ea"/>
              <a:cs typeface="+mn-cs"/>
            </a:endParaRPr>
          </a:p>
          <a:p>
            <a:pPr marL="411480" marR="0" lvl="0" indent="-342900" algn="l" defTabSz="914400" rtl="0" eaLnBrk="0" fontAlgn="base" latinLnBrk="0" hangingPunct="0">
              <a:lnSpc>
                <a:spcPct val="100000"/>
              </a:lnSpc>
              <a:spcBef>
                <a:spcPts val="700"/>
              </a:spcBef>
              <a:spcAft>
                <a:spcPct val="0"/>
              </a:spcAft>
              <a:buClr>
                <a:schemeClr val="tx2"/>
              </a:buClr>
              <a:buSzPct val="95000"/>
              <a:buFont typeface="Wingdings" panose="05000000000000000000" pitchFamily="2" charset="2"/>
              <a:buChar char=""/>
              <a:defRPr/>
            </a:pPr>
            <a:endParaRPr kumimoji="0" lang="en-US" sz="30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81000" y="0"/>
            <a:ext cx="8763000" cy="1417638"/>
          </a:xfrm>
        </p:spPr>
        <p:txBody>
          <a:bodyPr vert="horz" rtlCol="0" anchor="t">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4000" b="0" i="0" u="none" strike="noStrike" kern="1200" cap="none" spc="-100" normalizeH="0" baseline="0" noProof="0" dirty="0" smtClean="0">
                <a:ln>
                  <a:noFill/>
                </a:ln>
                <a:solidFill>
                  <a:schemeClr val="tx2">
                    <a:lumMod val="90000"/>
                  </a:schemeClr>
                </a:solidFill>
                <a:effectLst/>
                <a:uLnTx/>
                <a:uFillTx/>
                <a:latin typeface="+mj-lt"/>
                <a:ea typeface="+mj-ea"/>
                <a:cs typeface="+mj-cs"/>
              </a:rPr>
              <a:t>LEGAL ASPECTS OF THEATER NURSING</a:t>
            </a:r>
            <a:endParaRPr kumimoji="0" lang="en-US" sz="4000" b="0" i="0" u="none" strike="noStrike" kern="1200" cap="none" spc="-100" normalizeH="0" baseline="0" noProof="0" dirty="0" smtClean="0">
              <a:ln>
                <a:noFill/>
              </a:ln>
              <a:solidFill>
                <a:schemeClr val="tx2">
                  <a:lumMod val="90000"/>
                </a:schemeClr>
              </a:solidFill>
              <a:effectLst/>
              <a:uLnTx/>
              <a:uFillTx/>
              <a:latin typeface="+mj-lt"/>
              <a:ea typeface="+mj-ea"/>
              <a:cs typeface="+mj-cs"/>
            </a:endParaRPr>
          </a:p>
        </p:txBody>
      </p:sp>
      <p:sp>
        <p:nvSpPr>
          <p:cNvPr id="3" name="Content Placeholder 2"/>
          <p:cNvSpPr>
            <a:spLocks noGrp="1"/>
          </p:cNvSpPr>
          <p:nvPr>
            <p:ph idx="1"/>
          </p:nvPr>
        </p:nvSpPr>
        <p:spPr>
          <a:xfrm>
            <a:off x="304800" y="1219200"/>
            <a:ext cx="9144000" cy="5638800"/>
          </a:xfrm>
        </p:spPr>
        <p:txBody>
          <a:bodyPr vert="horz" wrap="square" lIns="91440" tIns="45720" rIns="91440" bIns="45720" numCol="1" rtlCol="0" anchor="t" anchorCtr="0" compatLnSpc="1">
            <a:noAutofit/>
          </a:bodyPr>
          <a:lstStyle/>
          <a:p>
            <a:pPr marL="274320" marR="0" lvl="0" indent="-274320" algn="l" defTabSz="914400" rtl="0" eaLnBrk="1" fontAlgn="auto" latinLnBrk="0" hangingPunct="1">
              <a:lnSpc>
                <a:spcPct val="100000"/>
              </a:lnSpc>
              <a:spcBef>
                <a:spcPts val="700"/>
              </a:spcBef>
              <a:spcAft>
                <a:spcPts val="0"/>
              </a:spcAft>
              <a:buClr>
                <a:schemeClr val="tx1">
                  <a:shade val="95000"/>
                </a:schemeClr>
              </a:buClr>
              <a:buSzPct val="95000"/>
              <a:buFont typeface="Arial" panose="020B0604020202020204" pitchFamily="34" charset="0"/>
              <a:buChar char="•"/>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Legal – required/permitted by law</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274320" marR="0" lvl="0" indent="-274320" algn="l" defTabSz="914400" rtl="0" eaLnBrk="1" fontAlgn="auto" latinLnBrk="0" hangingPunct="1">
              <a:lnSpc>
                <a:spcPct val="100000"/>
              </a:lnSpc>
              <a:spcBef>
                <a:spcPts val="700"/>
              </a:spcBef>
              <a:spcAft>
                <a:spcPts val="0"/>
              </a:spcAft>
              <a:buClr>
                <a:schemeClr val="tx1">
                  <a:shade val="95000"/>
                </a:schemeClr>
              </a:buClr>
              <a:buSzPct val="95000"/>
              <a:buFont typeface="Arial" panose="020B0604020202020204" pitchFamily="34" charset="0"/>
              <a:buNone/>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Dfn- what the law requires the theatre team to do in theatre before, during and after the operation</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514350" marR="0" lvl="0" indent="-514350" algn="l" defTabSz="914400" rtl="0" eaLnBrk="1" fontAlgn="auto" latinLnBrk="0" hangingPunct="1">
              <a:lnSpc>
                <a:spcPct val="100000"/>
              </a:lnSpc>
              <a:spcBef>
                <a:spcPts val="700"/>
              </a:spcBef>
              <a:spcAft>
                <a:spcPts val="0"/>
              </a:spcAft>
              <a:buClr>
                <a:schemeClr val="tx1">
                  <a:shade val="95000"/>
                </a:schemeClr>
              </a:buClr>
              <a:buSzPct val="95000"/>
              <a:buFont typeface="Arial" panose="020B0604020202020204" pitchFamily="34" charset="0"/>
              <a:buNone/>
              <a:defRPr/>
            </a:pPr>
            <a:endParaRPr kumimoji="0" lang="en-US" sz="3600" b="1" i="0" u="none" strike="noStrike" kern="1200" cap="none" spc="0" normalizeH="0" baseline="0" noProof="0" dirty="0" smtClean="0">
              <a:ln>
                <a:noFill/>
              </a:ln>
              <a:solidFill>
                <a:srgbClr val="FFFF00"/>
              </a:solidFill>
              <a:effectLst/>
              <a:uLnTx/>
              <a:uFillTx/>
              <a:latin typeface="+mn-lt"/>
              <a:ea typeface="+mn-ea"/>
              <a:cs typeface="+mn-cs"/>
            </a:endParaRPr>
          </a:p>
          <a:p>
            <a:pPr marL="514350" marR="0" lvl="0" indent="-514350" algn="l" defTabSz="914400" rtl="0" eaLnBrk="1" fontAlgn="auto" latinLnBrk="0" hangingPunct="1">
              <a:lnSpc>
                <a:spcPct val="100000"/>
              </a:lnSpc>
              <a:spcBef>
                <a:spcPts val="700"/>
              </a:spcBef>
              <a:spcAft>
                <a:spcPts val="0"/>
              </a:spcAft>
              <a:buClr>
                <a:schemeClr val="tx1">
                  <a:shade val="95000"/>
                </a:schemeClr>
              </a:buClr>
              <a:buSzPct val="95000"/>
              <a:buFont typeface="Arial" panose="020B0604020202020204" pitchFamily="34" charset="0"/>
              <a:buNone/>
              <a:defRPr/>
            </a:pPr>
            <a:r>
              <a:rPr kumimoji="0" lang="en-US" sz="3600" b="1" i="0" u="none" strike="noStrike" kern="1200" cap="none" spc="0" normalizeH="0" baseline="0" noProof="0" dirty="0" smtClean="0">
                <a:ln>
                  <a:noFill/>
                </a:ln>
                <a:solidFill>
                  <a:schemeClr val="tx2">
                    <a:lumMod val="90000"/>
                  </a:schemeClr>
                </a:solidFill>
                <a:effectLst/>
                <a:uLnTx/>
                <a:uFillTx/>
                <a:latin typeface="+mn-lt"/>
                <a:ea typeface="+mn-ea"/>
                <a:cs typeface="+mn-cs"/>
              </a:rPr>
              <a:t>1. Informed consent</a:t>
            </a:r>
            <a:endParaRPr kumimoji="0" lang="en-US" sz="3600" b="1" i="0" u="none" strike="noStrike" kern="1200" cap="none" spc="0" normalizeH="0" baseline="0" noProof="0" dirty="0" smtClean="0">
              <a:ln>
                <a:noFill/>
              </a:ln>
              <a:solidFill>
                <a:schemeClr val="tx2">
                  <a:lumMod val="90000"/>
                </a:schemeClr>
              </a:solidFill>
              <a:effectLst/>
              <a:uLnTx/>
              <a:uFillTx/>
              <a:latin typeface="+mn-lt"/>
              <a:ea typeface="+mn-ea"/>
              <a:cs typeface="+mn-cs"/>
            </a:endParaRPr>
          </a:p>
          <a:p>
            <a:pPr marL="514350" marR="0" lvl="0" indent="-514350" algn="l" defTabSz="914400" rtl="0" eaLnBrk="1" fontAlgn="auto" latinLnBrk="0" hangingPunct="1">
              <a:lnSpc>
                <a:spcPct val="100000"/>
              </a:lnSpc>
              <a:spcBef>
                <a:spcPts val="700"/>
              </a:spcBef>
              <a:spcAft>
                <a:spcPts val="0"/>
              </a:spcAft>
              <a:buClr>
                <a:schemeClr val="tx1">
                  <a:shade val="95000"/>
                </a:schemeClr>
              </a:buClr>
              <a:buSzPct val="95000"/>
              <a:buFontTx/>
              <a:buChar char="-"/>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Explain the operation to be performed</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514350" marR="0" lvl="0" indent="-514350" algn="l" defTabSz="914400" rtl="0" eaLnBrk="1" fontAlgn="auto" latinLnBrk="0" hangingPunct="1">
              <a:lnSpc>
                <a:spcPct val="100000"/>
              </a:lnSpc>
              <a:spcBef>
                <a:spcPts val="700"/>
              </a:spcBef>
              <a:spcAft>
                <a:spcPts val="0"/>
              </a:spcAft>
              <a:buClr>
                <a:schemeClr val="tx1">
                  <a:shade val="95000"/>
                </a:schemeClr>
              </a:buClr>
              <a:buSzPct val="95000"/>
              <a:buFontTx/>
              <a:buChar char="-"/>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Importance of the procedure</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514350" marR="0" lvl="0" indent="-514350" algn="l" defTabSz="914400" rtl="0" eaLnBrk="1" fontAlgn="auto" latinLnBrk="0" hangingPunct="1">
              <a:lnSpc>
                <a:spcPct val="100000"/>
              </a:lnSpc>
              <a:spcBef>
                <a:spcPts val="700"/>
              </a:spcBef>
              <a:spcAft>
                <a:spcPts val="0"/>
              </a:spcAft>
              <a:buClr>
                <a:schemeClr val="tx1">
                  <a:shade val="95000"/>
                </a:schemeClr>
              </a:buClr>
              <a:buSzPct val="95000"/>
              <a:buFontTx/>
              <a:buChar char="-"/>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Its effects ( good and bad )</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Content Placeholder 2"/>
          <p:cNvSpPr>
            <a:spLocks noGrp="1"/>
          </p:cNvSpPr>
          <p:nvPr>
            <p:ph idx="1"/>
          </p:nvPr>
        </p:nvSpPr>
        <p:spPr>
          <a:xfrm>
            <a:off x="457200" y="457200"/>
            <a:ext cx="8686800" cy="6400800"/>
          </a:xfrm>
        </p:spPr>
        <p:txBody>
          <a:bodyPr vert="horz" wrap="square" lIns="91440" tIns="45720" rIns="91440" bIns="45720" numCol="1" anchor="t" anchorCtr="0" compatLnSpc="1"/>
          <a:lstStyle/>
          <a:p>
            <a:pPr marL="411480" marR="0" lvl="0" indent="-342900" algn="l" defTabSz="914400" rtl="0" eaLnBrk="1" fontAlgn="base" latinLnBrk="0" hangingPunct="1">
              <a:lnSpc>
                <a:spcPct val="100000"/>
              </a:lnSpc>
              <a:spcBef>
                <a:spcPts val="700"/>
              </a:spcBef>
              <a:spcAft>
                <a:spcPct val="0"/>
              </a:spcAft>
              <a:buClr>
                <a:schemeClr val="tx2"/>
              </a:buClr>
              <a:buSzPct val="95000"/>
              <a:buFont typeface="Arial" panose="020B0604020202020204" pitchFamily="34" charset="0"/>
              <a:buNone/>
              <a:defRPr/>
            </a:pPr>
            <a:r>
              <a:rPr kumimoji="0" lang="en-US" sz="3600" b="0" i="0" u="sng" strike="noStrike" kern="1200" cap="none" spc="0" normalizeH="0" baseline="0" noProof="0" dirty="0" smtClean="0">
                <a:ln>
                  <a:noFill/>
                </a:ln>
                <a:solidFill>
                  <a:srgbClr val="FFFF00"/>
                </a:solidFill>
                <a:effectLst/>
                <a:uLnTx/>
                <a:uFillTx/>
                <a:latin typeface="+mn-lt"/>
                <a:ea typeface="+mn-ea"/>
                <a:cs typeface="+mn-cs"/>
              </a:rPr>
              <a:t>NB- </a:t>
            </a:r>
            <a:r>
              <a:rPr kumimoji="0" lang="en-US" sz="3600" b="0" i="0" u="none" strike="noStrike" kern="1200" cap="none" spc="0" normalizeH="0" baseline="0" noProof="0" dirty="0" smtClean="0">
                <a:ln>
                  <a:noFill/>
                </a:ln>
                <a:solidFill>
                  <a:srgbClr val="FFFF00"/>
                </a:solidFill>
                <a:effectLst/>
                <a:uLnTx/>
                <a:uFillTx/>
                <a:latin typeface="+mn-lt"/>
                <a:ea typeface="+mn-ea"/>
                <a:cs typeface="+mn-cs"/>
              </a:rPr>
              <a:t>for patients below 18 years and the mentally ill, the parents should give the consent</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411480" marR="0" lvl="0" indent="-342900" algn="l" defTabSz="914400" rtl="0" eaLnBrk="1" fontAlgn="base" latinLnBrk="0" hangingPunct="1">
              <a:lnSpc>
                <a:spcPct val="100000"/>
              </a:lnSpc>
              <a:spcBef>
                <a:spcPts val="700"/>
              </a:spcBef>
              <a:spcAft>
                <a:spcPct val="0"/>
              </a:spcAft>
              <a:buClr>
                <a:schemeClr val="tx2"/>
              </a:buClr>
              <a:buSzPct val="95000"/>
              <a:buFontTx/>
              <a:buChar char="-"/>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Consent must be given when the patient has a sound mind i.e.- not under influence of anything.</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411480" marR="0" lvl="0" indent="-342900" algn="l" defTabSz="914400" rtl="0" eaLnBrk="1" fontAlgn="base" latinLnBrk="0" hangingPunct="1">
              <a:lnSpc>
                <a:spcPct val="100000"/>
              </a:lnSpc>
              <a:spcBef>
                <a:spcPts val="700"/>
              </a:spcBef>
              <a:spcAft>
                <a:spcPct val="0"/>
              </a:spcAft>
              <a:buClr>
                <a:schemeClr val="tx2"/>
              </a:buClr>
              <a:buSzPct val="95000"/>
              <a:buFont typeface="Arial" panose="020B0604020202020204" pitchFamily="34" charset="0"/>
              <a:buNone/>
              <a:defRPr/>
            </a:pPr>
            <a:endParaRPr kumimoji="0" lang="en-US" sz="3600" b="1" i="0" u="none" strike="noStrike" kern="1200" cap="none" spc="0" normalizeH="0" baseline="0" noProof="0" dirty="0" smtClean="0">
              <a:ln>
                <a:noFill/>
              </a:ln>
              <a:solidFill>
                <a:srgbClr val="FFFF00"/>
              </a:solidFill>
              <a:effectLst/>
              <a:uLnTx/>
              <a:uFillTx/>
              <a:latin typeface="+mn-lt"/>
              <a:ea typeface="+mn-ea"/>
              <a:cs typeface="+mn-cs"/>
            </a:endParaRPr>
          </a:p>
          <a:p>
            <a:pPr marL="411480" marR="0" lvl="0" indent="-342900" algn="l" defTabSz="914400" rtl="0" eaLnBrk="1" fontAlgn="base" latinLnBrk="0" hangingPunct="1">
              <a:lnSpc>
                <a:spcPct val="100000"/>
              </a:lnSpc>
              <a:spcBef>
                <a:spcPts val="700"/>
              </a:spcBef>
              <a:spcAft>
                <a:spcPct val="0"/>
              </a:spcAft>
              <a:buClr>
                <a:schemeClr val="tx2"/>
              </a:buClr>
              <a:buSzPct val="95000"/>
              <a:buFont typeface="Arial" panose="020B0604020202020204" pitchFamily="34" charset="0"/>
              <a:buNone/>
              <a:defRPr/>
            </a:pPr>
            <a:r>
              <a:rPr kumimoji="0" lang="en-US" sz="3600" b="1" i="0" u="none" strike="noStrike" kern="1200" cap="none" spc="0" normalizeH="0" baseline="0" noProof="0" dirty="0" smtClean="0">
                <a:ln>
                  <a:noFill/>
                </a:ln>
                <a:solidFill>
                  <a:schemeClr val="tx2">
                    <a:lumMod val="90000"/>
                  </a:schemeClr>
                </a:solidFill>
                <a:effectLst/>
                <a:uLnTx/>
                <a:uFillTx/>
                <a:latin typeface="+mn-lt"/>
                <a:ea typeface="+mn-ea"/>
                <a:cs typeface="+mn-cs"/>
              </a:rPr>
              <a:t>2. Confidentiality </a:t>
            </a:r>
            <a:endParaRPr kumimoji="0" lang="en-US" sz="3600" b="1" i="0" u="none" strike="noStrike" kern="1200" cap="none" spc="0" normalizeH="0" baseline="0" noProof="0" dirty="0" smtClean="0">
              <a:ln>
                <a:noFill/>
              </a:ln>
              <a:solidFill>
                <a:schemeClr val="tx2">
                  <a:lumMod val="90000"/>
                </a:schemeClr>
              </a:solidFill>
              <a:effectLst/>
              <a:uLnTx/>
              <a:uFillTx/>
              <a:latin typeface="+mn-lt"/>
              <a:ea typeface="+mn-ea"/>
              <a:cs typeface="+mn-cs"/>
            </a:endParaRPr>
          </a:p>
          <a:p>
            <a:pPr marL="411480" marR="0" lvl="0" indent="-342900" algn="l" defTabSz="914400" rtl="0" eaLnBrk="1" fontAlgn="base" latinLnBrk="0" hangingPunct="1">
              <a:lnSpc>
                <a:spcPct val="100000"/>
              </a:lnSpc>
              <a:spcBef>
                <a:spcPts val="700"/>
              </a:spcBef>
              <a:spcAft>
                <a:spcPct val="0"/>
              </a:spcAft>
              <a:buClr>
                <a:schemeClr val="tx2"/>
              </a:buClr>
              <a:buSzPct val="95000"/>
              <a:buFont typeface="Arial" panose="020B0604020202020204" pitchFamily="34" charset="0"/>
              <a:buNone/>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The information about the patient should only be shared with those taking part in the care of the patient</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Content Placeholder 2"/>
          <p:cNvSpPr>
            <a:spLocks noGrp="1"/>
          </p:cNvSpPr>
          <p:nvPr>
            <p:ph idx="1"/>
          </p:nvPr>
        </p:nvSpPr>
        <p:spPr>
          <a:xfrm>
            <a:off x="457200" y="685800"/>
            <a:ext cx="8686800" cy="6172200"/>
          </a:xfrm>
        </p:spPr>
        <p:txBody>
          <a:bodyPr vert="horz" wrap="square" lIns="91440" tIns="45720" rIns="91440" bIns="45720" numCol="1" anchor="t" anchorCtr="0" compatLnSpc="1">
            <a:normAutofit fontScale="92500" lnSpcReduction="20000"/>
          </a:bodyPr>
          <a:lstStyle/>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Arial" panose="020B0604020202020204" pitchFamily="34" charset="0"/>
              <a:buNone/>
              <a:defRPr/>
            </a:pPr>
            <a:r>
              <a:rPr kumimoji="0" lang="en-US" sz="4300" b="0" i="0" u="none" strike="noStrike" kern="1200" cap="none" spc="0" normalizeH="0" baseline="0" noProof="0" dirty="0" smtClean="0">
                <a:ln>
                  <a:noFill/>
                </a:ln>
                <a:solidFill>
                  <a:srgbClr val="FFFF00"/>
                </a:solidFill>
                <a:effectLst/>
                <a:uLnTx/>
                <a:uFillTx/>
                <a:latin typeface="+mn-lt"/>
                <a:ea typeface="+mn-ea"/>
                <a:cs typeface="+mn-cs"/>
              </a:rPr>
              <a:t>Therefore the following should be considered:</a:t>
            </a:r>
            <a:endParaRPr kumimoji="0" lang="en-US" sz="43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Arial" panose="020B0604020202020204" pitchFamily="34" charset="0"/>
              <a:buNone/>
              <a:defRPr/>
            </a:pPr>
            <a:r>
              <a:rPr kumimoji="0" lang="en-US" sz="4300" b="0" i="0" u="none" strike="noStrike" kern="1200" cap="none" spc="0" normalizeH="0" baseline="0" noProof="0" dirty="0" smtClean="0">
                <a:ln>
                  <a:noFill/>
                </a:ln>
                <a:solidFill>
                  <a:srgbClr val="FFFF00"/>
                </a:solidFill>
                <a:effectLst/>
                <a:uLnTx/>
                <a:uFillTx/>
                <a:latin typeface="+mn-lt"/>
                <a:ea typeface="+mn-ea"/>
                <a:cs typeface="+mn-cs"/>
              </a:rPr>
              <a:t>Any patient going to theatre:</a:t>
            </a:r>
            <a:endParaRPr kumimoji="0" lang="en-US" sz="43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Tx/>
              <a:buChar char="-"/>
              <a:defRPr/>
            </a:pPr>
            <a:r>
              <a:rPr kumimoji="0" lang="en-US" sz="4300" b="0" i="0" u="none" strike="noStrike" kern="1200" cap="none" spc="0" normalizeH="0" baseline="0" noProof="0" dirty="0" smtClean="0">
                <a:ln>
                  <a:noFill/>
                </a:ln>
                <a:solidFill>
                  <a:srgbClr val="FFFF00"/>
                </a:solidFill>
                <a:effectLst/>
                <a:uLnTx/>
                <a:uFillTx/>
                <a:latin typeface="+mn-lt"/>
                <a:ea typeface="+mn-ea"/>
                <a:cs typeface="+mn-cs"/>
              </a:rPr>
              <a:t> must be well prepared preoperatively</a:t>
            </a:r>
            <a:endParaRPr kumimoji="0" lang="en-US" sz="43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Tx/>
              <a:buChar char="-"/>
              <a:defRPr/>
            </a:pPr>
            <a:r>
              <a:rPr kumimoji="0" lang="en-US" sz="4300" b="0" i="0" u="none" strike="noStrike" kern="1200" cap="none" spc="0" normalizeH="0" baseline="0" noProof="0" dirty="0" smtClean="0">
                <a:ln>
                  <a:noFill/>
                </a:ln>
                <a:solidFill>
                  <a:srgbClr val="FFFF00"/>
                </a:solidFill>
                <a:effectLst/>
                <a:uLnTx/>
                <a:uFillTx/>
                <a:latin typeface="+mn-lt"/>
                <a:ea typeface="+mn-ea"/>
                <a:cs typeface="+mn-cs"/>
              </a:rPr>
              <a:t>Must sign an informed consent, obtained by the surgeon</a:t>
            </a:r>
            <a:endParaRPr kumimoji="0" lang="en-US" sz="43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Tx/>
              <a:buChar char="-"/>
              <a:defRPr/>
            </a:pPr>
            <a:r>
              <a:rPr kumimoji="0" lang="en-US" sz="4300" b="0" i="0" u="none" strike="noStrike" kern="1200" cap="none" spc="0" normalizeH="0" baseline="0" noProof="0" dirty="0" smtClean="0">
                <a:ln>
                  <a:noFill/>
                </a:ln>
                <a:solidFill>
                  <a:srgbClr val="FFFF00"/>
                </a:solidFill>
                <a:effectLst/>
                <a:uLnTx/>
                <a:uFillTx/>
                <a:latin typeface="+mn-lt"/>
                <a:ea typeface="+mn-ea"/>
                <a:cs typeface="+mn-cs"/>
              </a:rPr>
              <a:t>Must be protected from harm, falls or eventualities during the stay in theatre</a:t>
            </a:r>
            <a:endParaRPr kumimoji="0" lang="en-US" sz="43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Tx/>
              <a:buChar char="-"/>
              <a:defRPr/>
            </a:pPr>
            <a:r>
              <a:rPr kumimoji="0" lang="en-US" sz="4300" b="0" i="0" u="none" strike="noStrike" kern="1200" cap="none" spc="0" normalizeH="0" baseline="0" noProof="0" dirty="0" smtClean="0">
                <a:ln>
                  <a:noFill/>
                </a:ln>
                <a:solidFill>
                  <a:srgbClr val="FFFF00"/>
                </a:solidFill>
                <a:effectLst/>
                <a:uLnTx/>
                <a:uFillTx/>
                <a:latin typeface="+mn-lt"/>
                <a:ea typeface="+mn-ea"/>
                <a:cs typeface="+mn-cs"/>
              </a:rPr>
              <a:t>Must have confidentiality maintained at all times</a:t>
            </a:r>
            <a:endParaRPr kumimoji="0" lang="en-US" sz="43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Tx/>
              <a:buChar char="-"/>
              <a:defRPr/>
            </a:pPr>
            <a:endParaRPr kumimoji="0" lang="en-US" sz="3000" b="0" i="0" u="none" strike="noStrike" kern="1200" cap="none" spc="0" normalizeH="0" baseline="0" noProof="0" dirty="0" smtClean="0">
              <a:ln>
                <a:noFill/>
              </a:ln>
              <a:solidFill>
                <a:srgbClr val="FFFF00"/>
              </a:solidFill>
              <a:effectLst/>
              <a:uLnTx/>
              <a:uFillTx/>
              <a:latin typeface="+mn-lt"/>
              <a:ea typeface="+mn-ea"/>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Content Placeholder 2"/>
          <p:cNvSpPr>
            <a:spLocks noGrp="1"/>
          </p:cNvSpPr>
          <p:nvPr>
            <p:ph idx="1"/>
          </p:nvPr>
        </p:nvSpPr>
        <p:spPr>
          <a:xfrm>
            <a:off x="457200" y="381000"/>
            <a:ext cx="8229600" cy="5181600"/>
          </a:xfrm>
        </p:spPr>
        <p:txBody>
          <a:bodyPr vert="horz" wrap="square" lIns="91440" tIns="45720" rIns="91440" bIns="45720" numCol="1" anchor="t" anchorCtr="0" compatLnSpc="1">
            <a:normAutofit lnSpcReduction="10000"/>
          </a:bodyPr>
          <a:lstStyle/>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Tx/>
              <a:buChar char="-"/>
              <a:defRPr/>
            </a:pPr>
            <a:r>
              <a:rPr kumimoji="0" lang="en-US" sz="4200" b="0" i="0" u="none" strike="noStrike" kern="1200" cap="none" spc="0" normalizeH="0" baseline="0" noProof="0" dirty="0" smtClean="0">
                <a:ln>
                  <a:noFill/>
                </a:ln>
                <a:solidFill>
                  <a:srgbClr val="FFFF00"/>
                </a:solidFill>
                <a:effectLst/>
                <a:uLnTx/>
                <a:uFillTx/>
                <a:latin typeface="+mn-lt"/>
                <a:ea typeface="+mn-ea"/>
                <a:cs typeface="+mn-cs"/>
              </a:rPr>
              <a:t>Measures must be taken to ensure that the patient taken to theatre is the right one and has been done the intended operation</a:t>
            </a:r>
            <a:endParaRPr kumimoji="0" lang="en-US" sz="42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Tx/>
              <a:buChar char="-"/>
              <a:defRPr/>
            </a:pPr>
            <a:r>
              <a:rPr kumimoji="0" lang="en-US" sz="4200" b="0" i="0" u="none" strike="noStrike" kern="1200" cap="none" spc="0" normalizeH="0" baseline="0" noProof="0" dirty="0" smtClean="0">
                <a:ln>
                  <a:noFill/>
                </a:ln>
                <a:solidFill>
                  <a:srgbClr val="FFFF00"/>
                </a:solidFill>
                <a:effectLst/>
                <a:uLnTx/>
                <a:uFillTx/>
                <a:latin typeface="+mn-lt"/>
                <a:ea typeface="+mn-ea"/>
                <a:cs typeface="+mn-cs"/>
              </a:rPr>
              <a:t>The items to be used for the procedure must be counted and recorded before and after procedure to prevent any losses</a:t>
            </a:r>
            <a:endParaRPr kumimoji="0" lang="en-US" sz="42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Arial" panose="020B0604020202020204" pitchFamily="34" charset="0"/>
              <a:buNone/>
              <a:defRPr/>
            </a:pPr>
            <a:endParaRPr kumimoji="0" lang="en-US" sz="30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Tx/>
              <a:buChar char="-"/>
              <a:defRPr/>
            </a:pPr>
            <a:endParaRPr kumimoji="0" lang="en-US" sz="30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Tx/>
              <a:buChar char="-"/>
              <a:defRPr/>
            </a:pPr>
            <a:endParaRPr kumimoji="0" lang="en-US" sz="30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Tx/>
              <a:buChar char="-"/>
              <a:defRPr/>
            </a:pPr>
            <a:endParaRPr kumimoji="0" lang="en-US" sz="30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Tx/>
              <a:buChar char="-"/>
              <a:defRPr/>
            </a:pPr>
            <a:endParaRPr kumimoji="0" lang="en-US" sz="30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Tx/>
              <a:buChar char="-"/>
              <a:defRPr/>
            </a:pPr>
            <a:endParaRPr kumimoji="0" lang="en-US" sz="3000" b="0" i="0" u="none" strike="noStrike" kern="1200" cap="none" spc="0" normalizeH="0" baseline="0" noProof="0" dirty="0" smtClean="0">
              <a:ln>
                <a:noFill/>
              </a:ln>
              <a:solidFill>
                <a:srgbClr val="FFFF00"/>
              </a:solidFill>
              <a:effectLst/>
              <a:uLnTx/>
              <a:uFillTx/>
              <a:latin typeface="+mn-lt"/>
              <a:ea typeface="+mn-ea"/>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0" y="533400"/>
            <a:ext cx="9144000" cy="5822950"/>
          </a:xfrm>
        </p:spPr>
        <p:txBody>
          <a:bodyPr vert="horz" wrap="square" lIns="91440" tIns="45720" rIns="91440" bIns="45720" numCol="1" anchor="t" anchorCtr="0" compatLnSpc="1"/>
          <a:lstStyle/>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Tx/>
              <a:buChar char="-"/>
              <a:defRPr/>
            </a:pPr>
            <a:r>
              <a:rPr kumimoji="0" lang="en-US" sz="4000" b="0" i="0" u="none" strike="noStrike" kern="1200" cap="none" spc="0" normalizeH="0" baseline="0" noProof="0" dirty="0" smtClean="0">
                <a:ln>
                  <a:noFill/>
                </a:ln>
                <a:solidFill>
                  <a:srgbClr val="FFFF00"/>
                </a:solidFill>
                <a:effectLst/>
                <a:uLnTx/>
                <a:uFillTx/>
                <a:latin typeface="+mn-lt"/>
                <a:ea typeface="+mn-ea"/>
                <a:cs typeface="+mn-cs"/>
              </a:rPr>
              <a:t>Theatre nurse must know where the exits are, for use incase of any emergency</a:t>
            </a:r>
            <a:endParaRPr kumimoji="0" lang="en-US" sz="40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Tx/>
              <a:buChar char="-"/>
              <a:defRPr/>
            </a:pPr>
            <a:r>
              <a:rPr kumimoji="0" lang="en-US" sz="4000" b="0" i="0" u="none" strike="noStrike" kern="1200" cap="none" spc="0" normalizeH="0" baseline="0" noProof="0" dirty="0" smtClean="0">
                <a:ln>
                  <a:noFill/>
                </a:ln>
                <a:solidFill>
                  <a:srgbClr val="FFFF00"/>
                </a:solidFill>
                <a:effectLst/>
                <a:uLnTx/>
                <a:uFillTx/>
                <a:latin typeface="+mn-lt"/>
                <a:ea typeface="+mn-ea"/>
                <a:cs typeface="+mn-cs"/>
              </a:rPr>
              <a:t>Sockets in theatre should be covered during scrubbing to prevent the risk of conducting current </a:t>
            </a:r>
            <a:r>
              <a:rPr kumimoji="0" lang="en-US" sz="4000" b="0" i="0" u="none" strike="noStrike" kern="1200" cap="none" spc="0" normalizeH="0" baseline="0" noProof="0" dirty="0" err="1" smtClean="0">
                <a:ln>
                  <a:noFill/>
                </a:ln>
                <a:solidFill>
                  <a:srgbClr val="FFFF00"/>
                </a:solidFill>
                <a:effectLst/>
                <a:uLnTx/>
                <a:uFillTx/>
                <a:latin typeface="+mn-lt"/>
                <a:ea typeface="+mn-ea"/>
                <a:cs typeface="+mn-cs"/>
              </a:rPr>
              <a:t>i.e</a:t>
            </a:r>
            <a:r>
              <a:rPr kumimoji="0" lang="en-US" sz="4000" b="0" i="0" u="none" strike="noStrike" kern="1200" cap="none" spc="0" normalizeH="0" baseline="0" noProof="0" dirty="0" smtClean="0">
                <a:ln>
                  <a:noFill/>
                </a:ln>
                <a:solidFill>
                  <a:srgbClr val="FFFF00"/>
                </a:solidFill>
                <a:effectLst/>
                <a:uLnTx/>
                <a:uFillTx/>
                <a:latin typeface="+mn-lt"/>
                <a:ea typeface="+mn-ea"/>
                <a:cs typeface="+mn-cs"/>
              </a:rPr>
              <a:t> should be one meter or more above the floor</a:t>
            </a:r>
            <a:endParaRPr kumimoji="0" lang="en-US" sz="40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Tx/>
              <a:buChar char="-"/>
              <a:defRPr/>
            </a:pPr>
            <a:r>
              <a:rPr kumimoji="0" lang="en-US" sz="4000" b="0" i="0" u="none" strike="noStrike" kern="1200" cap="none" spc="0" normalizeH="0" baseline="0" noProof="0" dirty="0" smtClean="0">
                <a:ln>
                  <a:noFill/>
                </a:ln>
                <a:solidFill>
                  <a:srgbClr val="FFFF00"/>
                </a:solidFill>
                <a:effectLst/>
                <a:uLnTx/>
                <a:uFillTx/>
                <a:latin typeface="+mn-lt"/>
                <a:ea typeface="+mn-ea"/>
                <a:cs typeface="+mn-cs"/>
              </a:rPr>
              <a:t>All electrical machine should be checked to ascertain optimum function before use on the patient</a:t>
            </a:r>
            <a:endParaRPr kumimoji="0" lang="en-US" sz="4000" b="0" i="0" u="none" strike="noStrike" kern="1200" cap="none" spc="0" normalizeH="0" baseline="0" noProof="0" dirty="0" smtClean="0">
              <a:ln>
                <a:noFill/>
              </a:ln>
              <a:solidFill>
                <a:srgbClr val="FFFF00"/>
              </a:solidFill>
              <a:effectLst/>
              <a:uLnTx/>
              <a:uFillTx/>
              <a:latin typeface="+mn-lt"/>
              <a:ea typeface="+mn-ea"/>
              <a:cs typeface="+mn-cs"/>
            </a:endParaRPr>
          </a:p>
          <a:p>
            <a:pPr marL="411480" marR="0" lvl="0" indent="-342900" algn="l" defTabSz="914400" rtl="0" eaLnBrk="0" fontAlgn="base" latinLnBrk="0" hangingPunct="0">
              <a:lnSpc>
                <a:spcPct val="100000"/>
              </a:lnSpc>
              <a:spcBef>
                <a:spcPts val="700"/>
              </a:spcBef>
              <a:spcAft>
                <a:spcPct val="0"/>
              </a:spcAft>
              <a:buClr>
                <a:schemeClr val="tx2"/>
              </a:buClr>
              <a:buSzPct val="95000"/>
              <a:buFont typeface="Wingdings" panose="05000000000000000000" pitchFamily="2" charset="2"/>
              <a:buChar char=""/>
              <a:defRPr/>
            </a:pPr>
            <a:endParaRPr kumimoji="0" lang="en-US" sz="30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Title 1"/>
          <p:cNvSpPr>
            <a:spLocks noGrp="1"/>
          </p:cNvSpPr>
          <p:nvPr>
            <p:ph type="title"/>
          </p:nvPr>
        </p:nvSpPr>
        <p:spPr>
          <a:xfrm>
            <a:off x="457200" y="304800"/>
            <a:ext cx="7467600" cy="914400"/>
          </a:xfrm>
        </p:spPr>
        <p:txBody>
          <a:bodyPr vert="horz" anchor="t">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4000" b="0" i="0" u="none" strike="noStrike" kern="1200" cap="none" spc="-100" normalizeH="0" baseline="0" noProof="0" dirty="0" smtClean="0">
                <a:ln>
                  <a:noFill/>
                </a:ln>
                <a:solidFill>
                  <a:schemeClr val="accent2">
                    <a:lumMod val="60000"/>
                    <a:lumOff val="40000"/>
                  </a:schemeClr>
                </a:solidFill>
                <a:effectLst/>
                <a:uLnTx/>
                <a:uFillTx/>
                <a:latin typeface="+mj-lt"/>
                <a:ea typeface="+mj-ea"/>
                <a:cs typeface="+mj-cs"/>
              </a:rPr>
              <a:t>PREOPERATIVE CARE </a:t>
            </a:r>
            <a:endParaRPr kumimoji="0" lang="en-US" sz="4000" b="0" i="0" u="none" strike="noStrike" kern="1200" cap="none" spc="-100" normalizeH="0" baseline="0" noProof="0" dirty="0" smtClean="0">
              <a:ln>
                <a:noFill/>
              </a:ln>
              <a:solidFill>
                <a:schemeClr val="accent2">
                  <a:lumMod val="60000"/>
                  <a:lumOff val="40000"/>
                </a:schemeClr>
              </a:solidFill>
              <a:effectLst/>
              <a:uLnTx/>
              <a:uFillTx/>
              <a:latin typeface="+mj-lt"/>
              <a:ea typeface="+mj-ea"/>
              <a:cs typeface="+mj-cs"/>
            </a:endParaRPr>
          </a:p>
        </p:txBody>
      </p:sp>
      <p:sp>
        <p:nvSpPr>
          <p:cNvPr id="3" name="Content Placeholder 2"/>
          <p:cNvSpPr>
            <a:spLocks noGrp="1"/>
          </p:cNvSpPr>
          <p:nvPr>
            <p:ph idx="1"/>
          </p:nvPr>
        </p:nvSpPr>
        <p:spPr>
          <a:xfrm>
            <a:off x="457200" y="1143000"/>
            <a:ext cx="8229600" cy="5486400"/>
          </a:xfrm>
        </p:spPr>
        <p:txBody>
          <a:bodyPr vert="horz" wrap="square" lIns="91440" tIns="45720" rIns="91440" bIns="45720" numCol="1" rtlCol="0" anchor="t" anchorCtr="0" compatLnSpc="1">
            <a:normAutofit lnSpcReduction="10000"/>
          </a:bodyPr>
          <a:lstStyle/>
          <a:p>
            <a:pPr marL="274320" marR="0" lvl="0" indent="-274320" algn="l" defTabSz="914400" rtl="0" eaLnBrk="1" fontAlgn="auto" latinLnBrk="0" hangingPunct="1">
              <a:lnSpc>
                <a:spcPct val="100000"/>
              </a:lnSpc>
              <a:spcBef>
                <a:spcPts val="700"/>
              </a:spcBef>
              <a:spcAft>
                <a:spcPts val="0"/>
              </a:spcAft>
              <a:buClr>
                <a:schemeClr val="tx1">
                  <a:shade val="95000"/>
                </a:schemeClr>
              </a:buClr>
              <a:buSzPct val="95000"/>
              <a:buFont typeface="Arial" panose="020B0604020202020204" pitchFamily="34" charset="0"/>
              <a:buChar char="•"/>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Make sure the surgeon has explained clearly to the patient about what will happen</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274320" marR="0" lvl="0" indent="-274320" algn="l" defTabSz="914400" rtl="0" eaLnBrk="1" fontAlgn="auto" latinLnBrk="0" hangingPunct="1">
              <a:lnSpc>
                <a:spcPct val="100000"/>
              </a:lnSpc>
              <a:spcBef>
                <a:spcPts val="700"/>
              </a:spcBef>
              <a:spcAft>
                <a:spcPts val="0"/>
              </a:spcAft>
              <a:buClr>
                <a:schemeClr val="tx1">
                  <a:shade val="95000"/>
                </a:schemeClr>
              </a:buClr>
              <a:buSzPct val="95000"/>
              <a:buFont typeface="Arial" panose="020B0604020202020204" pitchFamily="34" charset="0"/>
              <a:buChar char="•"/>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The surgeon should obtain an informed consent  from the patient/ parent /guardian or next of kin</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274320" marR="0" lvl="0" indent="-274320" algn="l" defTabSz="914400" rtl="0" eaLnBrk="1" fontAlgn="auto" latinLnBrk="0" hangingPunct="1">
              <a:lnSpc>
                <a:spcPct val="100000"/>
              </a:lnSpc>
              <a:spcBef>
                <a:spcPts val="700"/>
              </a:spcBef>
              <a:spcAft>
                <a:spcPts val="0"/>
              </a:spcAft>
              <a:buClr>
                <a:schemeClr val="tx1">
                  <a:shade val="95000"/>
                </a:schemeClr>
              </a:buClr>
              <a:buSzPct val="95000"/>
              <a:buFont typeface="Arial" panose="020B0604020202020204" pitchFamily="34" charset="0"/>
              <a:buChar char="•"/>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The nurse ensures that the patient has signed the consent, after the surgeon has explained the advantages and outcome of the operation</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274320" marR="0" lvl="0" indent="-274320" algn="l" defTabSz="914400" rtl="0" eaLnBrk="1" fontAlgn="auto" latinLnBrk="0" hangingPunct="1">
              <a:lnSpc>
                <a:spcPct val="100000"/>
              </a:lnSpc>
              <a:spcBef>
                <a:spcPts val="700"/>
              </a:spcBef>
              <a:spcAft>
                <a:spcPts val="0"/>
              </a:spcAft>
              <a:buClr>
                <a:schemeClr val="tx1">
                  <a:shade val="95000"/>
                </a:schemeClr>
              </a:buClr>
              <a:buSzPct val="95000"/>
              <a:buFont typeface="Arial" panose="020B0604020202020204" pitchFamily="34" charset="0"/>
              <a:buChar char="•"/>
              <a:defRPr/>
            </a:pPr>
            <a:endParaRPr kumimoji="0" lang="en-US" sz="3000" b="0" i="0" u="none" strike="noStrike" kern="1200" cap="none" spc="0" normalizeH="0" baseline="0" noProof="0" dirty="0" smtClean="0">
              <a:ln>
                <a:noFill/>
              </a:ln>
              <a:solidFill>
                <a:srgbClr val="FFFF00"/>
              </a:solidFill>
              <a:effectLst/>
              <a:uLnTx/>
              <a:uFillTx/>
              <a:latin typeface="+mn-lt"/>
              <a:ea typeface="+mn-ea"/>
              <a:cs typeface="+mn-cs"/>
            </a:endParaRPr>
          </a:p>
          <a:p>
            <a:pPr marL="274320" marR="0" lvl="0" indent="-274320" algn="l" defTabSz="914400" rtl="0" eaLnBrk="1" fontAlgn="auto" latinLnBrk="0" hangingPunct="1">
              <a:lnSpc>
                <a:spcPct val="100000"/>
              </a:lnSpc>
              <a:spcBef>
                <a:spcPts val="700"/>
              </a:spcBef>
              <a:spcAft>
                <a:spcPts val="0"/>
              </a:spcAft>
              <a:buClr>
                <a:schemeClr val="tx1">
                  <a:shade val="95000"/>
                </a:schemeClr>
              </a:buClr>
              <a:buSzPct val="95000"/>
              <a:buFont typeface="Arial" panose="020B0604020202020204" pitchFamily="34" charset="0"/>
              <a:buChar char="•"/>
              <a:defRPr/>
            </a:pPr>
            <a:endParaRPr kumimoji="0" lang="en-US" sz="3000" b="0" i="0" u="none" strike="noStrike" kern="1200" cap="none" spc="0" normalizeH="0" baseline="0" noProof="0" dirty="0" smtClean="0">
              <a:ln>
                <a:noFill/>
              </a:ln>
              <a:solidFill>
                <a:srgbClr val="FFFF00"/>
              </a:solidFill>
              <a:effectLst/>
              <a:uLnTx/>
              <a:uFillTx/>
              <a:latin typeface="+mn-lt"/>
              <a:ea typeface="+mn-ea"/>
              <a:cs typeface="+mn-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533400" y="304800"/>
            <a:ext cx="8153400" cy="6051550"/>
          </a:xfrm>
        </p:spPr>
        <p:txBody>
          <a:bodyPr vert="horz" wrap="square" lIns="91440" tIns="45720" rIns="91440" bIns="45720" numCol="1" anchor="t" anchorCtr="0" compatLnSpc="1"/>
          <a:lstStyle/>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Wingdings" panose="05000000000000000000" pitchFamily="2" charset="2"/>
              <a:buChar char=""/>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Make sure the patient observes the “nil by mouth rule”</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Wingdings" panose="05000000000000000000" pitchFamily="2" charset="2"/>
              <a:buChar char=""/>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Blood works should be within the acceptable limits</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Wingdings" panose="05000000000000000000" pitchFamily="2" charset="2"/>
              <a:buChar char=""/>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The patients should be counseled and reassured, especially those undertaking major procedures </a:t>
            </a:r>
            <a:r>
              <a:rPr kumimoji="0" lang="en-US" sz="3600" b="0" i="0" u="none" strike="noStrike" kern="1200" cap="none" spc="0" normalizeH="0" baseline="0" noProof="0" dirty="0" err="1" smtClean="0">
                <a:ln>
                  <a:noFill/>
                </a:ln>
                <a:solidFill>
                  <a:srgbClr val="FFFF00"/>
                </a:solidFill>
                <a:effectLst/>
                <a:uLnTx/>
                <a:uFillTx/>
                <a:latin typeface="+mn-lt"/>
                <a:ea typeface="+mn-ea"/>
                <a:cs typeface="+mn-cs"/>
              </a:rPr>
              <a:t>e.g</a:t>
            </a:r>
            <a:r>
              <a:rPr kumimoji="0" lang="en-US" sz="3600" b="0" i="0" u="none" strike="noStrike" kern="1200" cap="none" spc="0" normalizeH="0" baseline="0" noProof="0" dirty="0" smtClean="0">
                <a:ln>
                  <a:noFill/>
                </a:ln>
                <a:solidFill>
                  <a:srgbClr val="FFFF00"/>
                </a:solidFill>
                <a:effectLst/>
                <a:uLnTx/>
                <a:uFillTx/>
                <a:latin typeface="+mn-lt"/>
                <a:ea typeface="+mn-ea"/>
                <a:cs typeface="+mn-cs"/>
              </a:rPr>
              <a:t> amputation, mastectomy , hysterectomy etc</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411480" marR="0" lvl="0" indent="-342900" algn="l" defTabSz="914400" rtl="0" eaLnBrk="0" fontAlgn="base" latinLnBrk="0" hangingPunct="0">
              <a:lnSpc>
                <a:spcPct val="100000"/>
              </a:lnSpc>
              <a:spcBef>
                <a:spcPts val="700"/>
              </a:spcBef>
              <a:spcAft>
                <a:spcPct val="0"/>
              </a:spcAft>
              <a:buClr>
                <a:schemeClr val="tx2"/>
              </a:buClr>
              <a:buSzPct val="95000"/>
              <a:buFont typeface="Wingdings" panose="05000000000000000000" pitchFamily="2" charset="2"/>
              <a:buChar char=""/>
              <a:defRPr/>
            </a:pPr>
            <a:endParaRPr kumimoji="0" lang="en-US" sz="30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Content Placeholder 2"/>
          <p:cNvSpPr>
            <a:spLocks noGrp="1"/>
          </p:cNvSpPr>
          <p:nvPr>
            <p:ph idx="1"/>
          </p:nvPr>
        </p:nvSpPr>
        <p:spPr>
          <a:xfrm>
            <a:off x="457200" y="533400"/>
            <a:ext cx="8686800" cy="5592763"/>
          </a:xfrm>
        </p:spPr>
        <p:txBody>
          <a:bodyPr vert="horz" wrap="square" lIns="91440" tIns="45720" rIns="91440" bIns="45720" numCol="1" anchor="t" anchorCtr="0" compatLnSpc="1">
            <a:normAutofit fontScale="92500"/>
          </a:bodyPr>
          <a:lstStyle/>
          <a:p>
            <a:pPr marL="411480" marR="0" lvl="0" indent="-342900" algn="l" defTabSz="914400" rtl="0" eaLnBrk="1" fontAlgn="auto" latinLnBrk="0" hangingPunct="1">
              <a:lnSpc>
                <a:spcPct val="100000"/>
              </a:lnSpc>
              <a:spcBef>
                <a:spcPts val="700"/>
              </a:spcBef>
              <a:spcAft>
                <a:spcPts val="0"/>
              </a:spcAft>
              <a:buClr>
                <a:schemeClr val="tx2"/>
              </a:buClr>
              <a:buSzPct val="95000"/>
              <a:buFont typeface="Arial" panose="020B0604020202020204" pitchFamily="34" charset="0"/>
              <a:buChar char="•"/>
              <a:defRPr/>
            </a:pPr>
            <a:r>
              <a:rPr kumimoji="0" lang="en-US" sz="4000" b="0" i="0" u="none" strike="noStrike" kern="1200" cap="none" spc="0" normalizeH="0" baseline="0" noProof="0" dirty="0" smtClean="0">
                <a:ln>
                  <a:noFill/>
                </a:ln>
                <a:solidFill>
                  <a:srgbClr val="FFFF00"/>
                </a:solidFill>
                <a:effectLst/>
                <a:uLnTx/>
                <a:uFillTx/>
                <a:latin typeface="+mn-lt"/>
                <a:ea typeface="+mn-ea"/>
                <a:cs typeface="+mn-cs"/>
              </a:rPr>
              <a:t>Skin preparation of the area being operated on should be done</a:t>
            </a:r>
            <a:endParaRPr kumimoji="0" lang="en-US" sz="4000" b="0" i="0" u="none" strike="noStrike" kern="1200" cap="none" spc="0" normalizeH="0" baseline="0" noProof="0" dirty="0" smtClean="0">
              <a:ln>
                <a:noFill/>
              </a:ln>
              <a:solidFill>
                <a:srgbClr val="FFFF00"/>
              </a:solidFill>
              <a:effectLst/>
              <a:uLnTx/>
              <a:uFillTx/>
              <a:latin typeface="+mn-lt"/>
              <a:ea typeface="+mn-ea"/>
              <a:cs typeface="+mn-cs"/>
            </a:endParaRPr>
          </a:p>
          <a:p>
            <a:pPr marL="411480" marR="0" lvl="0" indent="-342900" algn="l" defTabSz="914400" rtl="0" eaLnBrk="1" fontAlgn="auto" latinLnBrk="0" hangingPunct="1">
              <a:lnSpc>
                <a:spcPct val="100000"/>
              </a:lnSpc>
              <a:spcBef>
                <a:spcPts val="700"/>
              </a:spcBef>
              <a:spcAft>
                <a:spcPts val="0"/>
              </a:spcAft>
              <a:buClr>
                <a:schemeClr val="tx2"/>
              </a:buClr>
              <a:buSzPct val="95000"/>
              <a:buFont typeface="Arial" panose="020B0604020202020204" pitchFamily="34" charset="0"/>
              <a:buChar char="•"/>
              <a:defRPr/>
            </a:pPr>
            <a:r>
              <a:rPr kumimoji="0" lang="en-US" sz="4000" b="0" i="0" u="none" strike="noStrike" kern="1200" cap="none" spc="0" normalizeH="0" baseline="0" noProof="0" dirty="0" smtClean="0">
                <a:ln>
                  <a:noFill/>
                </a:ln>
                <a:solidFill>
                  <a:srgbClr val="FFFF00"/>
                </a:solidFill>
                <a:effectLst/>
                <a:uLnTx/>
                <a:uFillTx/>
                <a:latin typeface="+mn-lt"/>
                <a:ea typeface="+mn-ea"/>
                <a:cs typeface="+mn-cs"/>
              </a:rPr>
              <a:t>Catheterization and IV </a:t>
            </a:r>
            <a:r>
              <a:rPr kumimoji="0" lang="en-US" sz="4000" b="0" i="0" u="none" strike="noStrike" kern="1200" cap="none" spc="0" normalizeH="0" baseline="0" noProof="0" dirty="0" err="1" smtClean="0">
                <a:ln>
                  <a:noFill/>
                </a:ln>
                <a:solidFill>
                  <a:srgbClr val="FFFF00"/>
                </a:solidFill>
                <a:effectLst/>
                <a:uLnTx/>
                <a:uFillTx/>
                <a:latin typeface="+mn-lt"/>
                <a:ea typeface="+mn-ea"/>
                <a:cs typeface="+mn-cs"/>
              </a:rPr>
              <a:t>branula</a:t>
            </a:r>
            <a:r>
              <a:rPr kumimoji="0" lang="en-US" sz="4000" b="0" i="0" u="none" strike="noStrike" kern="1200" cap="none" spc="0" normalizeH="0" baseline="0" noProof="0" dirty="0" smtClean="0">
                <a:ln>
                  <a:noFill/>
                </a:ln>
                <a:solidFill>
                  <a:srgbClr val="FFFF00"/>
                </a:solidFill>
                <a:effectLst/>
                <a:uLnTx/>
                <a:uFillTx/>
                <a:latin typeface="+mn-lt"/>
                <a:ea typeface="+mn-ea"/>
                <a:cs typeface="+mn-cs"/>
              </a:rPr>
              <a:t> insertion</a:t>
            </a:r>
            <a:endParaRPr kumimoji="0" lang="en-US" sz="4000" b="0" i="0" u="none" strike="noStrike" kern="1200" cap="none" spc="0" normalizeH="0" baseline="0" noProof="0" dirty="0" smtClean="0">
              <a:ln>
                <a:noFill/>
              </a:ln>
              <a:solidFill>
                <a:srgbClr val="FFFF00"/>
              </a:solidFill>
              <a:effectLst/>
              <a:uLnTx/>
              <a:uFillTx/>
              <a:latin typeface="+mn-lt"/>
              <a:ea typeface="+mn-ea"/>
              <a:cs typeface="+mn-cs"/>
            </a:endParaRPr>
          </a:p>
          <a:p>
            <a:pPr marL="411480" marR="0" lvl="0" indent="-342900" algn="l" defTabSz="914400" rtl="0" eaLnBrk="1" fontAlgn="auto" latinLnBrk="0" hangingPunct="1">
              <a:lnSpc>
                <a:spcPct val="100000"/>
              </a:lnSpc>
              <a:spcBef>
                <a:spcPts val="700"/>
              </a:spcBef>
              <a:spcAft>
                <a:spcPts val="0"/>
              </a:spcAft>
              <a:buClr>
                <a:schemeClr val="tx2"/>
              </a:buClr>
              <a:buSzPct val="95000"/>
              <a:buFont typeface="Arial" panose="020B0604020202020204" pitchFamily="34" charset="0"/>
              <a:buChar char="•"/>
              <a:defRPr/>
            </a:pPr>
            <a:r>
              <a:rPr kumimoji="0" lang="en-US" sz="4000" b="0" i="0" u="none" strike="noStrike" kern="1200" cap="none" spc="0" normalizeH="0" baseline="0" noProof="0" dirty="0" smtClean="0">
                <a:ln>
                  <a:noFill/>
                </a:ln>
                <a:solidFill>
                  <a:srgbClr val="FFFF00"/>
                </a:solidFill>
                <a:effectLst/>
                <a:uLnTx/>
                <a:uFillTx/>
                <a:latin typeface="+mn-lt"/>
                <a:ea typeface="+mn-ea"/>
                <a:cs typeface="+mn-cs"/>
              </a:rPr>
              <a:t>Observation of the vital signs, urine testing, blood sugars should be done</a:t>
            </a:r>
            <a:endParaRPr kumimoji="0" lang="en-US" sz="4000" b="0" i="0" u="none" strike="noStrike" kern="1200" cap="none" spc="0" normalizeH="0" baseline="0" noProof="0" dirty="0" smtClean="0">
              <a:ln>
                <a:noFill/>
              </a:ln>
              <a:solidFill>
                <a:srgbClr val="FFFF00"/>
              </a:solidFill>
              <a:effectLst/>
              <a:uLnTx/>
              <a:uFillTx/>
              <a:latin typeface="+mn-lt"/>
              <a:ea typeface="+mn-ea"/>
              <a:cs typeface="+mn-cs"/>
            </a:endParaRPr>
          </a:p>
          <a:p>
            <a:pPr marL="411480" marR="0" lvl="0" indent="-342900" algn="l" defTabSz="914400" rtl="0" eaLnBrk="1" fontAlgn="auto" latinLnBrk="0" hangingPunct="1">
              <a:lnSpc>
                <a:spcPct val="100000"/>
              </a:lnSpc>
              <a:spcBef>
                <a:spcPts val="700"/>
              </a:spcBef>
              <a:spcAft>
                <a:spcPts val="0"/>
              </a:spcAft>
              <a:buClr>
                <a:schemeClr val="tx2"/>
              </a:buClr>
              <a:buSzPct val="95000"/>
              <a:buFont typeface="Arial" panose="020B0604020202020204" pitchFamily="34" charset="0"/>
              <a:buChar char="•"/>
              <a:defRPr/>
            </a:pPr>
            <a:r>
              <a:rPr kumimoji="0" lang="en-US" sz="4000" b="0" i="0" u="none" strike="noStrike" kern="1200" cap="none" spc="0" normalizeH="0" baseline="0" noProof="0" dirty="0" smtClean="0">
                <a:ln>
                  <a:noFill/>
                </a:ln>
                <a:solidFill>
                  <a:srgbClr val="FFFF00"/>
                </a:solidFill>
                <a:effectLst/>
                <a:uLnTx/>
                <a:uFillTx/>
                <a:latin typeface="+mn-lt"/>
                <a:ea typeface="+mn-ea"/>
                <a:cs typeface="+mn-cs"/>
              </a:rPr>
              <a:t>The receiving nurse should confirm that the above measures have been done before receiving the patient to theatre</a:t>
            </a:r>
            <a:endParaRPr kumimoji="0" lang="en-US" sz="4000" b="0" i="0" u="none" strike="noStrike" kern="1200" cap="none" spc="0" normalizeH="0" baseline="0" noProof="0" dirty="0" smtClean="0">
              <a:ln>
                <a:noFill/>
              </a:ln>
              <a:solidFill>
                <a:srgbClr val="FFFF00"/>
              </a:solidFill>
              <a:effectLst/>
              <a:uLnTx/>
              <a:uFillTx/>
              <a:latin typeface="+mn-lt"/>
              <a:ea typeface="+mn-ea"/>
              <a:cs typeface="+mn-cs"/>
            </a:endParaRPr>
          </a:p>
          <a:p>
            <a:pPr marL="411480" marR="0" lvl="0" indent="-342900" algn="l" defTabSz="914400" rtl="0" eaLnBrk="1" fontAlgn="auto" latinLnBrk="0" hangingPunct="1">
              <a:lnSpc>
                <a:spcPct val="100000"/>
              </a:lnSpc>
              <a:spcBef>
                <a:spcPts val="700"/>
              </a:spcBef>
              <a:spcAft>
                <a:spcPts val="0"/>
              </a:spcAft>
              <a:buClr>
                <a:schemeClr val="tx2"/>
              </a:buClr>
              <a:buSzPct val="95000"/>
              <a:buFont typeface="Arial" panose="020B0604020202020204" pitchFamily="34" charset="0"/>
              <a:buChar char="•"/>
              <a:defRPr/>
            </a:pPr>
            <a:endParaRPr kumimoji="0" lang="en-US" sz="3000" b="0" i="0" u="none" strike="noStrike" kern="1200" cap="none" spc="0" normalizeH="0" baseline="0" noProof="0" dirty="0" smtClean="0">
              <a:ln>
                <a:noFill/>
              </a:ln>
              <a:solidFill>
                <a:srgbClr val="FFFF00"/>
              </a:solidFill>
              <a:effectLst/>
              <a:uLnTx/>
              <a:uFillTx/>
              <a:latin typeface="+mn-lt"/>
              <a:ea typeface="+mn-ea"/>
              <a:cs typeface="+mn-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Title 1"/>
          <p:cNvSpPr>
            <a:spLocks noGrp="1"/>
          </p:cNvSpPr>
          <p:nvPr>
            <p:ph type="title"/>
          </p:nvPr>
        </p:nvSpPr>
        <p:spPr/>
        <p:txBody>
          <a:bodyPr vert="horz" anchor="t">
            <a:no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4000" b="0" i="0" u="none" strike="noStrike" kern="1200" cap="none" spc="-100" normalizeH="0" baseline="0" noProof="0" dirty="0" smtClean="0">
                <a:ln>
                  <a:noFill/>
                </a:ln>
                <a:solidFill>
                  <a:schemeClr val="accent2">
                    <a:lumMod val="40000"/>
                    <a:lumOff val="60000"/>
                  </a:schemeClr>
                </a:solidFill>
                <a:effectLst/>
                <a:uLnTx/>
                <a:uFillTx/>
                <a:latin typeface="+mj-lt"/>
                <a:ea typeface="+mj-ea"/>
                <a:cs typeface="+mj-cs"/>
              </a:rPr>
              <a:t>LAYOUT OF A THEATRE</a:t>
            </a:r>
            <a:endParaRPr kumimoji="0" lang="en-US" sz="4000" b="0" i="0" u="none" strike="noStrike" kern="1200" cap="none" spc="-100" normalizeH="0" baseline="0" noProof="0" dirty="0" smtClean="0">
              <a:ln>
                <a:noFill/>
              </a:ln>
              <a:solidFill>
                <a:schemeClr val="accent2">
                  <a:lumMod val="40000"/>
                  <a:lumOff val="60000"/>
                </a:schemeClr>
              </a:solidFill>
              <a:effectLst/>
              <a:uLnTx/>
              <a:uFillTx/>
              <a:latin typeface="+mj-lt"/>
              <a:ea typeface="+mj-ea"/>
              <a:cs typeface="+mj-cs"/>
            </a:endParaRPr>
          </a:p>
        </p:txBody>
      </p:sp>
      <p:sp>
        <p:nvSpPr>
          <p:cNvPr id="27651" name="Content Placeholder 2"/>
          <p:cNvSpPr>
            <a:spLocks noGrp="1"/>
          </p:cNvSpPr>
          <p:nvPr>
            <p:ph idx="1"/>
          </p:nvPr>
        </p:nvSpPr>
        <p:spPr>
          <a:xfrm>
            <a:off x="457200" y="1784350"/>
            <a:ext cx="8686800" cy="4572000"/>
          </a:xfrm>
        </p:spPr>
        <p:txBody>
          <a:bodyPr vert="horz" wrap="square" lIns="91440" tIns="45720" rIns="91440" bIns="45720" numCol="1" anchor="t" anchorCtr="0" compatLnSpc="1"/>
          <a:lstStyle/>
          <a:p>
            <a:pPr marL="411480" marR="0" lvl="0" indent="-342900" algn="l" defTabSz="914400" rtl="0" eaLnBrk="1" fontAlgn="base" latinLnBrk="0" hangingPunct="1">
              <a:lnSpc>
                <a:spcPct val="100000"/>
              </a:lnSpc>
              <a:spcBef>
                <a:spcPts val="700"/>
              </a:spcBef>
              <a:spcAft>
                <a:spcPct val="0"/>
              </a:spcAft>
              <a:buClr>
                <a:schemeClr val="tx2"/>
              </a:buClr>
              <a:buSzPct val="95000"/>
              <a:buFont typeface="Arial" panose="020B0604020202020204" pitchFamily="34" charset="0"/>
              <a:buNone/>
              <a:defRPr/>
            </a:pPr>
            <a:r>
              <a:rPr kumimoji="0" lang="en-US" sz="3600" b="1" i="0" u="sng" strike="noStrike" kern="1200" cap="none" spc="0" normalizeH="0" baseline="0" noProof="0" dirty="0" smtClean="0">
                <a:ln>
                  <a:noFill/>
                </a:ln>
                <a:solidFill>
                  <a:schemeClr val="tx2">
                    <a:lumMod val="90000"/>
                  </a:schemeClr>
                </a:solidFill>
                <a:effectLst/>
                <a:uLnTx/>
                <a:uFillTx/>
                <a:latin typeface="+mn-lt"/>
                <a:ea typeface="+mn-ea"/>
                <a:cs typeface="+mn-cs"/>
              </a:rPr>
              <a:t>LOCATION</a:t>
            </a:r>
            <a:endParaRPr kumimoji="0" lang="en-US" sz="3600" b="1" i="0" u="sng" strike="noStrike" kern="1200" cap="none" spc="0" normalizeH="0" baseline="0" noProof="0" dirty="0" smtClean="0">
              <a:ln>
                <a:noFill/>
              </a:ln>
              <a:solidFill>
                <a:schemeClr val="tx2">
                  <a:lumMod val="90000"/>
                </a:schemeClr>
              </a:solidFill>
              <a:effectLst/>
              <a:uLnTx/>
              <a:uFillTx/>
              <a:latin typeface="+mn-lt"/>
              <a:ea typeface="+mn-ea"/>
              <a:cs typeface="+mn-cs"/>
            </a:endParaRPr>
          </a:p>
          <a:p>
            <a:pPr marL="411480" marR="0" lvl="0" indent="-342900" algn="l" defTabSz="914400" rtl="0" eaLnBrk="1" fontAlgn="base" latinLnBrk="0" hangingPunct="1">
              <a:lnSpc>
                <a:spcPct val="100000"/>
              </a:lnSpc>
              <a:spcBef>
                <a:spcPts val="700"/>
              </a:spcBef>
              <a:spcAft>
                <a:spcPct val="0"/>
              </a:spcAft>
              <a:buClr>
                <a:schemeClr val="tx2"/>
              </a:buClr>
              <a:buSzPct val="95000"/>
              <a:buFontTx/>
              <a:buChar char="-"/>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should be built in a central place possibly near the ICU,HDU and surgical wards</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411480" marR="0" lvl="0" indent="-342900" algn="l" defTabSz="914400" rtl="0" eaLnBrk="1" fontAlgn="base" latinLnBrk="0" hangingPunct="1">
              <a:lnSpc>
                <a:spcPct val="100000"/>
              </a:lnSpc>
              <a:spcBef>
                <a:spcPts val="700"/>
              </a:spcBef>
              <a:spcAft>
                <a:spcPct val="0"/>
              </a:spcAft>
              <a:buClr>
                <a:schemeClr val="tx2"/>
              </a:buClr>
              <a:buSzPct val="95000"/>
              <a:buFontTx/>
              <a:buChar char="-"/>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All these units should be in relation to each other  but the construction should be separate and independent from all traffic and air movement from the hospital</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411480" marR="0" lvl="0" indent="-342900" algn="l" defTabSz="914400" rtl="0" eaLnBrk="1" fontAlgn="base" latinLnBrk="0" hangingPunct="1">
              <a:lnSpc>
                <a:spcPct val="100000"/>
              </a:lnSpc>
              <a:spcBef>
                <a:spcPts val="700"/>
              </a:spcBef>
              <a:spcAft>
                <a:spcPct val="0"/>
              </a:spcAft>
              <a:buClr>
                <a:schemeClr val="tx2"/>
              </a:buClr>
              <a:buSzPct val="95000"/>
              <a:buFont typeface="Wingdings" panose="05000000000000000000" pitchFamily="2" charset="2"/>
              <a:buChar char=""/>
              <a:defRPr/>
            </a:pPr>
            <a:endParaRPr kumimoji="0" lang="en-US" sz="3000" b="0" i="0" u="none" strike="noStrike" kern="1200" cap="none" spc="0" normalizeH="0" baseline="0" noProof="0" dirty="0" smtClean="0">
              <a:ln>
                <a:noFill/>
              </a:ln>
              <a:solidFill>
                <a:srgbClr val="FFFF00"/>
              </a:solidFill>
              <a:effectLst/>
              <a:uLnTx/>
              <a:uFillTx/>
              <a:latin typeface="+mn-lt"/>
              <a:ea typeface="+mn-ea"/>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Content Placeholder 2"/>
          <p:cNvSpPr>
            <a:spLocks noGrp="1"/>
          </p:cNvSpPr>
          <p:nvPr>
            <p:ph idx="1"/>
          </p:nvPr>
        </p:nvSpPr>
        <p:spPr>
          <a:xfrm>
            <a:off x="457200" y="609600"/>
            <a:ext cx="8686800" cy="6248400"/>
          </a:xfrm>
        </p:spPr>
        <p:txBody>
          <a:bodyPr vert="horz" wrap="square" lIns="91440" tIns="45720" rIns="91440" bIns="45720" numCol="1" anchor="t" anchorCtr="0" compatLnSpc="1">
            <a:normAutofit fontScale="92500"/>
          </a:bodyPr>
          <a:lstStyle/>
          <a:p>
            <a:pPr marL="411480" marR="0" lvl="0" indent="-342900" algn="l" defTabSz="914400" rtl="0" eaLnBrk="1" fontAlgn="auto" latinLnBrk="0" hangingPunct="1">
              <a:lnSpc>
                <a:spcPct val="100000"/>
              </a:lnSpc>
              <a:spcBef>
                <a:spcPts val="700"/>
              </a:spcBef>
              <a:spcAft>
                <a:spcPts val="0"/>
              </a:spcAft>
              <a:buClr>
                <a:schemeClr val="tx2"/>
              </a:buClr>
              <a:buSzPct val="95000"/>
              <a:buFont typeface="Arial" panose="020B0604020202020204" pitchFamily="34" charset="0"/>
              <a:buNone/>
              <a:defRPr/>
            </a:pPr>
            <a:r>
              <a:rPr kumimoji="0" lang="en-US" sz="3600" b="1" i="0" u="sng" strike="noStrike" kern="1200" cap="none" spc="0" normalizeH="0" baseline="0" noProof="0" dirty="0" smtClean="0">
                <a:ln>
                  <a:noFill/>
                </a:ln>
                <a:solidFill>
                  <a:schemeClr val="tx2">
                    <a:lumMod val="90000"/>
                  </a:schemeClr>
                </a:solidFill>
                <a:effectLst/>
                <a:uLnTx/>
                <a:uFillTx/>
                <a:latin typeface="+mn-lt"/>
                <a:ea typeface="+mn-ea"/>
                <a:cs typeface="+mn-cs"/>
              </a:rPr>
              <a:t>WALLS</a:t>
            </a:r>
            <a:r>
              <a:rPr kumimoji="0" lang="en-US" sz="3600" b="0" i="0" u="none" strike="noStrike" kern="1200" cap="none" spc="0" normalizeH="0" baseline="0" noProof="0" dirty="0" smtClean="0">
                <a:ln>
                  <a:noFill/>
                </a:ln>
                <a:solidFill>
                  <a:schemeClr val="tx2">
                    <a:lumMod val="90000"/>
                  </a:schemeClr>
                </a:solidFill>
                <a:effectLst/>
                <a:uLnTx/>
                <a:uFillTx/>
                <a:latin typeface="+mn-lt"/>
                <a:ea typeface="+mn-ea"/>
                <a:cs typeface="+mn-cs"/>
              </a:rPr>
              <a:t> </a:t>
            </a:r>
            <a:endParaRPr kumimoji="0" lang="en-US" sz="3600" b="0" i="0" u="none" strike="noStrike" kern="1200" cap="none" spc="0" normalizeH="0" baseline="0" noProof="0" dirty="0" smtClean="0">
              <a:ln>
                <a:noFill/>
              </a:ln>
              <a:solidFill>
                <a:schemeClr val="tx2">
                  <a:lumMod val="90000"/>
                </a:schemeClr>
              </a:solidFill>
              <a:effectLst/>
              <a:uLnTx/>
              <a:uFillTx/>
              <a:latin typeface="+mn-lt"/>
              <a:ea typeface="+mn-ea"/>
              <a:cs typeface="+mn-cs"/>
            </a:endParaRPr>
          </a:p>
          <a:p>
            <a:pPr marL="411480" marR="0" lvl="0" indent="-342900" algn="l" defTabSz="914400" rtl="0" eaLnBrk="1" fontAlgn="auto" latinLnBrk="0" hangingPunct="1">
              <a:lnSpc>
                <a:spcPct val="100000"/>
              </a:lnSpc>
              <a:spcBef>
                <a:spcPts val="700"/>
              </a:spcBef>
              <a:spcAft>
                <a:spcPts val="0"/>
              </a:spcAft>
              <a:buClr>
                <a:schemeClr val="tx2"/>
              </a:buClr>
              <a:buSzPct val="95000"/>
              <a:buFontTx/>
              <a:buChar char="-"/>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Walls, floor and roof should be built with materials that can be easily cleaned. The corners are rounded and seamless</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411480" marR="0" lvl="0" indent="-342900" algn="l" defTabSz="914400" rtl="0" eaLnBrk="1" fontAlgn="auto" latinLnBrk="0" hangingPunct="1">
              <a:lnSpc>
                <a:spcPct val="100000"/>
              </a:lnSpc>
              <a:spcBef>
                <a:spcPts val="700"/>
              </a:spcBef>
              <a:spcAft>
                <a:spcPts val="0"/>
              </a:spcAft>
              <a:buClr>
                <a:schemeClr val="tx2"/>
              </a:buClr>
              <a:buSzPct val="95000"/>
              <a:buFontTx/>
              <a:buChar char="-"/>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The drainage should good due to the regular disinfection between procedures</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411480" marR="0" lvl="0" indent="-342900" algn="l" defTabSz="914400" rtl="0" eaLnBrk="1" fontAlgn="auto" latinLnBrk="0" hangingPunct="1">
              <a:lnSpc>
                <a:spcPct val="100000"/>
              </a:lnSpc>
              <a:spcBef>
                <a:spcPts val="700"/>
              </a:spcBef>
              <a:spcAft>
                <a:spcPts val="0"/>
              </a:spcAft>
              <a:buClr>
                <a:schemeClr val="tx2"/>
              </a:buClr>
              <a:buSzPct val="95000"/>
              <a:buFontTx/>
              <a:buChar char="-"/>
              <a:defRPr/>
            </a:pP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411480" marR="0" lvl="0" indent="-342900" algn="l" defTabSz="914400" rtl="0" eaLnBrk="1" fontAlgn="auto" latinLnBrk="0" hangingPunct="1">
              <a:lnSpc>
                <a:spcPct val="100000"/>
              </a:lnSpc>
              <a:spcBef>
                <a:spcPts val="700"/>
              </a:spcBef>
              <a:spcAft>
                <a:spcPts val="0"/>
              </a:spcAft>
              <a:buClr>
                <a:schemeClr val="tx2"/>
              </a:buClr>
              <a:buSzPct val="95000"/>
              <a:buFont typeface="Arial" panose="020B0604020202020204" pitchFamily="34" charset="0"/>
              <a:buNone/>
              <a:defRPr/>
            </a:pPr>
            <a:r>
              <a:rPr kumimoji="0" lang="en-US" sz="3600" b="1" i="0" u="sng" strike="noStrike" kern="1200" cap="none" spc="0" normalizeH="0" baseline="0" noProof="0" dirty="0" smtClean="0">
                <a:ln>
                  <a:noFill/>
                </a:ln>
                <a:solidFill>
                  <a:schemeClr val="tx2">
                    <a:lumMod val="75000"/>
                  </a:schemeClr>
                </a:solidFill>
                <a:effectLst/>
                <a:uLnTx/>
                <a:uFillTx/>
                <a:latin typeface="+mn-lt"/>
                <a:ea typeface="+mn-ea"/>
                <a:cs typeface="+mn-cs"/>
              </a:rPr>
              <a:t>LIGHTING</a:t>
            </a:r>
            <a:endParaRPr kumimoji="0" lang="en-US" sz="3600" b="1" i="0" u="sng" strike="noStrike" kern="1200" cap="none" spc="0" normalizeH="0" baseline="0" noProof="0" dirty="0" smtClean="0">
              <a:ln>
                <a:noFill/>
              </a:ln>
              <a:solidFill>
                <a:schemeClr val="tx2">
                  <a:lumMod val="75000"/>
                </a:schemeClr>
              </a:solidFill>
              <a:effectLst/>
              <a:uLnTx/>
              <a:uFillTx/>
              <a:latin typeface="+mn-lt"/>
              <a:ea typeface="+mn-ea"/>
              <a:cs typeface="+mn-cs"/>
            </a:endParaRPr>
          </a:p>
          <a:p>
            <a:pPr marL="411480" marR="0" lvl="0" indent="-342900" algn="l" defTabSz="914400" rtl="0" eaLnBrk="1" fontAlgn="auto" latinLnBrk="0" hangingPunct="1">
              <a:lnSpc>
                <a:spcPct val="100000"/>
              </a:lnSpc>
              <a:spcBef>
                <a:spcPts val="700"/>
              </a:spcBef>
              <a:spcAft>
                <a:spcPts val="0"/>
              </a:spcAft>
              <a:buClr>
                <a:schemeClr val="tx2"/>
              </a:buClr>
              <a:buSzPct val="95000"/>
              <a:buFontTx/>
              <a:buChar char="-"/>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The should be efficient natural/artificial light</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411480" marR="0" lvl="0" indent="-342900" algn="l" defTabSz="914400" rtl="0" eaLnBrk="1" fontAlgn="auto" latinLnBrk="0" hangingPunct="1">
              <a:lnSpc>
                <a:spcPct val="100000"/>
              </a:lnSpc>
              <a:spcBef>
                <a:spcPts val="700"/>
              </a:spcBef>
              <a:spcAft>
                <a:spcPts val="0"/>
              </a:spcAft>
              <a:buClr>
                <a:schemeClr val="tx2"/>
              </a:buClr>
              <a:buSzPct val="95000"/>
              <a:buFontTx/>
              <a:buChar char="-"/>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Emergency  power system incase of power failure</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411480" marR="0" lvl="0" indent="-342900" algn="l" defTabSz="914400" rtl="0" eaLnBrk="1" fontAlgn="auto" latinLnBrk="0" hangingPunct="1">
              <a:lnSpc>
                <a:spcPct val="100000"/>
              </a:lnSpc>
              <a:spcBef>
                <a:spcPts val="700"/>
              </a:spcBef>
              <a:spcAft>
                <a:spcPts val="0"/>
              </a:spcAft>
              <a:buClr>
                <a:schemeClr val="tx2"/>
              </a:buClr>
              <a:buSzPct val="95000"/>
              <a:buFont typeface="Arial" panose="020B0604020202020204" pitchFamily="34" charset="0"/>
              <a:buChar char="•"/>
              <a:defRPr/>
            </a:pPr>
            <a:endParaRPr kumimoji="0" lang="en-US" sz="3000" b="0" i="0" u="none" strike="noStrike" kern="1200" cap="none" spc="0" normalizeH="0" baseline="0" noProof="0" dirty="0" smtClean="0">
              <a:ln>
                <a:noFill/>
              </a:ln>
              <a:solidFill>
                <a:srgbClr val="FFFF00"/>
              </a:solidFill>
              <a:effectLst/>
              <a:uLnTx/>
              <a:uFillTx/>
              <a:latin typeface="+mn-lt"/>
              <a:ea typeface="+mn-ea"/>
              <a:cs typeface="+mn-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Content Placeholder 2"/>
          <p:cNvSpPr>
            <a:spLocks noGrp="1"/>
          </p:cNvSpPr>
          <p:nvPr>
            <p:ph idx="1"/>
          </p:nvPr>
        </p:nvSpPr>
        <p:spPr>
          <a:xfrm>
            <a:off x="457200" y="457200"/>
            <a:ext cx="8229600" cy="6400800"/>
          </a:xfrm>
        </p:spPr>
        <p:txBody>
          <a:bodyPr vert="horz" wrap="square" lIns="91440" tIns="45720" rIns="91440" bIns="45720" numCol="1" anchor="t" anchorCtr="0" compatLnSpc="1">
            <a:normAutofit fontScale="92500" lnSpcReduction="20000"/>
          </a:bodyPr>
          <a:lstStyle/>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Arial" panose="020B0604020202020204" pitchFamily="34" charset="0"/>
              <a:buNone/>
              <a:defRPr/>
            </a:pPr>
            <a:r>
              <a:rPr kumimoji="0" lang="en-US" sz="3900" b="1" i="0" u="sng" strike="noStrike" kern="1200" cap="none" spc="0" normalizeH="0" baseline="0" noProof="0" dirty="0" smtClean="0">
                <a:ln>
                  <a:noFill/>
                </a:ln>
                <a:solidFill>
                  <a:schemeClr val="tx2">
                    <a:lumMod val="75000"/>
                  </a:schemeClr>
                </a:solidFill>
                <a:effectLst/>
                <a:uLnTx/>
                <a:uFillTx/>
                <a:latin typeface="+mn-lt"/>
                <a:ea typeface="+mn-ea"/>
                <a:cs typeface="+mn-cs"/>
              </a:rPr>
              <a:t>EQUIPMENTS</a:t>
            </a:r>
            <a:endParaRPr kumimoji="0" lang="en-US" sz="3900" b="1" i="0" u="sng" strike="noStrike" kern="1200" cap="none" spc="0" normalizeH="0" baseline="0" noProof="0" dirty="0" smtClean="0">
              <a:ln>
                <a:noFill/>
              </a:ln>
              <a:solidFill>
                <a:schemeClr val="tx2">
                  <a:lumMod val="75000"/>
                </a:schemeClr>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Tx/>
              <a:buChar char="-"/>
              <a:defRPr/>
            </a:pPr>
            <a:r>
              <a:rPr kumimoji="0" lang="en-US" sz="3900" b="0" i="0" u="none" strike="noStrike" kern="1200" cap="none" spc="0" normalizeH="0" baseline="0" noProof="0" dirty="0" smtClean="0">
                <a:ln>
                  <a:noFill/>
                </a:ln>
                <a:solidFill>
                  <a:srgbClr val="FFFF00"/>
                </a:solidFill>
                <a:effectLst/>
                <a:uLnTx/>
                <a:uFillTx/>
                <a:latin typeface="+mn-lt"/>
                <a:ea typeface="+mn-ea"/>
                <a:cs typeface="+mn-cs"/>
              </a:rPr>
              <a:t>Furnishings and fittings should be made of stainless steel for quick and thorough cleaning</a:t>
            </a:r>
            <a:endParaRPr kumimoji="0" lang="en-US" sz="39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Arial" panose="020B0604020202020204" pitchFamily="34" charset="0"/>
              <a:buNone/>
              <a:defRPr/>
            </a:pPr>
            <a:r>
              <a:rPr kumimoji="0" lang="en-US" sz="3900" b="0" i="0" u="none" strike="noStrike" kern="1200" cap="none" spc="0" normalizeH="0" baseline="0" noProof="0" dirty="0" smtClean="0">
                <a:ln>
                  <a:noFill/>
                </a:ln>
                <a:solidFill>
                  <a:srgbClr val="FFFF00"/>
                </a:solidFill>
                <a:effectLst/>
                <a:uLnTx/>
                <a:uFillTx/>
                <a:latin typeface="+mn-lt"/>
                <a:ea typeface="+mn-ea"/>
                <a:cs typeface="+mn-cs"/>
              </a:rPr>
              <a:t>-  All trolleys are fitted with non-electrical conducting rubber to minimize the risk of electric conduction</a:t>
            </a:r>
            <a:endParaRPr kumimoji="0" lang="en-US" sz="39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Arial" panose="020B0604020202020204" pitchFamily="34" charset="0"/>
              <a:buNone/>
              <a:defRPr/>
            </a:pPr>
            <a:r>
              <a:rPr kumimoji="0" lang="en-US" sz="3900" b="1" i="0" u="sng" strike="noStrike" kern="1200" cap="none" spc="0" normalizeH="0" baseline="0" noProof="0" dirty="0" smtClean="0">
                <a:ln>
                  <a:noFill/>
                </a:ln>
                <a:solidFill>
                  <a:schemeClr val="tx2">
                    <a:lumMod val="75000"/>
                  </a:schemeClr>
                </a:solidFill>
                <a:effectLst/>
                <a:uLnTx/>
                <a:uFillTx/>
                <a:latin typeface="+mn-lt"/>
                <a:ea typeface="+mn-ea"/>
                <a:cs typeface="+mn-cs"/>
              </a:rPr>
              <a:t>VENTILATION</a:t>
            </a:r>
            <a:endParaRPr kumimoji="0" lang="en-US" sz="3900" b="1" i="0" u="sng" strike="noStrike" kern="1200" cap="none" spc="0" normalizeH="0" baseline="0" noProof="0" dirty="0" smtClean="0">
              <a:ln>
                <a:noFill/>
              </a:ln>
              <a:solidFill>
                <a:schemeClr val="tx2">
                  <a:lumMod val="75000"/>
                </a:schemeClr>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Tx/>
              <a:buChar char="-"/>
              <a:defRPr/>
            </a:pPr>
            <a:r>
              <a:rPr kumimoji="0" lang="en-US" sz="3900" b="0" i="0" u="none" strike="noStrike" kern="1200" cap="none" spc="0" normalizeH="0" baseline="0" noProof="0" dirty="0" smtClean="0">
                <a:ln>
                  <a:noFill/>
                </a:ln>
                <a:solidFill>
                  <a:srgbClr val="FFFF00"/>
                </a:solidFill>
                <a:effectLst/>
                <a:uLnTx/>
                <a:uFillTx/>
                <a:latin typeface="+mn-lt"/>
                <a:ea typeface="+mn-ea"/>
                <a:cs typeface="+mn-cs"/>
              </a:rPr>
              <a:t>Ceilings should be high enough</a:t>
            </a:r>
            <a:endParaRPr kumimoji="0" lang="en-US" sz="39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Tx/>
              <a:buChar char="-"/>
              <a:defRPr/>
            </a:pPr>
            <a:r>
              <a:rPr kumimoji="0" lang="en-US" sz="3900" b="0" i="0" u="none" strike="noStrike" kern="1200" cap="none" spc="0" normalizeH="0" baseline="0" noProof="0" dirty="0" smtClean="0">
                <a:ln>
                  <a:noFill/>
                </a:ln>
                <a:solidFill>
                  <a:srgbClr val="FFFF00"/>
                </a:solidFill>
                <a:effectLst/>
                <a:uLnTx/>
                <a:uFillTx/>
                <a:latin typeface="+mn-lt"/>
                <a:ea typeface="+mn-ea"/>
                <a:cs typeface="+mn-cs"/>
              </a:rPr>
              <a:t>Should have enough ventilators </a:t>
            </a:r>
            <a:r>
              <a:rPr kumimoji="0" lang="en-US" sz="3900" b="0" i="0" u="none" strike="noStrike" kern="1200" cap="none" spc="0" normalizeH="0" baseline="0" noProof="0" dirty="0" err="1" smtClean="0">
                <a:ln>
                  <a:noFill/>
                </a:ln>
                <a:solidFill>
                  <a:srgbClr val="FFFF00"/>
                </a:solidFill>
                <a:effectLst/>
                <a:uLnTx/>
                <a:uFillTx/>
                <a:latin typeface="+mn-lt"/>
                <a:ea typeface="+mn-ea"/>
                <a:cs typeface="+mn-cs"/>
              </a:rPr>
              <a:t>i.e</a:t>
            </a:r>
            <a:r>
              <a:rPr kumimoji="0" lang="en-US" sz="3900" b="0" i="0" u="none" strike="noStrike" kern="1200" cap="none" spc="0" normalizeH="0" baseline="0" noProof="0" dirty="0" smtClean="0">
                <a:ln>
                  <a:noFill/>
                </a:ln>
                <a:solidFill>
                  <a:srgbClr val="FFFF00"/>
                </a:solidFill>
                <a:effectLst/>
                <a:uLnTx/>
                <a:uFillTx/>
                <a:latin typeface="+mn-lt"/>
                <a:ea typeface="+mn-ea"/>
                <a:cs typeface="+mn-cs"/>
              </a:rPr>
              <a:t> natural/artificial to allow escape of gases</a:t>
            </a:r>
            <a:endParaRPr kumimoji="0" lang="en-US" sz="39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Tx/>
              <a:buChar char="-"/>
              <a:defRPr/>
            </a:pPr>
            <a:endParaRPr kumimoji="0" lang="en-US" sz="3000" b="0" i="0" u="none" strike="noStrike" kern="1200" cap="none" spc="0" normalizeH="0" baseline="0" noProof="0" dirty="0" smtClean="0">
              <a:ln>
                <a:noFill/>
              </a:ln>
              <a:solidFill>
                <a:srgbClr val="FFFF00"/>
              </a:solidFill>
              <a:effectLst/>
              <a:uLnTx/>
              <a:uFillTx/>
              <a:latin typeface="+mn-lt"/>
              <a:ea typeface="+mn-ea"/>
              <a:cs typeface="+mn-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762000" y="1066800"/>
            <a:ext cx="8382000" cy="5289550"/>
          </a:xfrm>
        </p:spPr>
        <p:txBody>
          <a:bodyPr vert="horz" wrap="square" lIns="91440" tIns="45720" rIns="91440" bIns="45720" numCol="1" anchor="t" anchorCtr="0" compatLnSpc="1"/>
          <a:lstStyle/>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Arial" panose="020B0604020202020204" pitchFamily="34" charset="0"/>
              <a:buNone/>
              <a:defRPr/>
            </a:pPr>
            <a:r>
              <a:rPr kumimoji="0" lang="en-US" sz="4000" b="1" i="0" u="sng" strike="noStrike" kern="1200" cap="none" spc="0" normalizeH="0" baseline="0" noProof="0" dirty="0" smtClean="0">
                <a:ln>
                  <a:noFill/>
                </a:ln>
                <a:solidFill>
                  <a:schemeClr val="tx2">
                    <a:lumMod val="75000"/>
                  </a:schemeClr>
                </a:solidFill>
                <a:effectLst/>
                <a:uLnTx/>
                <a:uFillTx/>
                <a:latin typeface="+mn-lt"/>
                <a:ea typeface="+mn-ea"/>
                <a:cs typeface="+mn-cs"/>
              </a:rPr>
              <a:t>SPACE</a:t>
            </a:r>
            <a:endParaRPr kumimoji="0" lang="en-US" sz="4000" b="1" i="0" u="sng" strike="noStrike" kern="1200" cap="none" spc="0" normalizeH="0" baseline="0" noProof="0" dirty="0" smtClean="0">
              <a:ln>
                <a:noFill/>
              </a:ln>
              <a:solidFill>
                <a:schemeClr val="tx2">
                  <a:lumMod val="75000"/>
                </a:schemeClr>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Tx/>
              <a:buChar char="-"/>
              <a:defRPr/>
            </a:pPr>
            <a:r>
              <a:rPr kumimoji="0" lang="en-US" sz="4000" b="0" i="0" u="none" strike="noStrike" kern="1200" cap="none" spc="0" normalizeH="0" baseline="0" noProof="0" dirty="0" smtClean="0">
                <a:ln>
                  <a:noFill/>
                </a:ln>
                <a:solidFill>
                  <a:srgbClr val="FFFF00"/>
                </a:solidFill>
                <a:effectLst/>
                <a:uLnTx/>
                <a:uFillTx/>
                <a:latin typeface="+mn-lt"/>
                <a:ea typeface="+mn-ea"/>
                <a:cs typeface="+mn-cs"/>
              </a:rPr>
              <a:t>The doors and corridors should be wide and high for easy movements</a:t>
            </a:r>
            <a:endParaRPr kumimoji="0" lang="en-US" sz="40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Tx/>
              <a:buChar char="-"/>
              <a:defRPr/>
            </a:pPr>
            <a:r>
              <a:rPr kumimoji="0" lang="en-US" sz="4000" b="0" i="0" u="none" strike="noStrike" kern="1200" cap="none" spc="0" normalizeH="0" baseline="0" noProof="0" dirty="0" smtClean="0">
                <a:ln>
                  <a:noFill/>
                </a:ln>
                <a:solidFill>
                  <a:srgbClr val="FFFF00"/>
                </a:solidFill>
                <a:effectLst/>
                <a:uLnTx/>
                <a:uFillTx/>
                <a:latin typeface="+mn-lt"/>
                <a:ea typeface="+mn-ea"/>
                <a:cs typeface="+mn-cs"/>
              </a:rPr>
              <a:t>The rooms should be spacious for easy delivery of services.</a:t>
            </a:r>
            <a:endParaRPr kumimoji="0" lang="en-US" sz="40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Tx/>
              <a:buChar char="-"/>
              <a:defRPr/>
            </a:pPr>
            <a:endParaRPr kumimoji="0" lang="en-US" sz="3000" b="0" i="0" u="none" strike="noStrike" kern="1200" cap="none" spc="0" normalizeH="0" baseline="0" noProof="0" dirty="0" smtClean="0">
              <a:ln>
                <a:noFill/>
              </a:ln>
              <a:solidFill>
                <a:srgbClr val="FFFF00"/>
              </a:solidFill>
              <a:effectLst/>
              <a:uLnTx/>
              <a:uFillTx/>
              <a:latin typeface="+mn-lt"/>
              <a:ea typeface="+mn-ea"/>
              <a:cs typeface="+mn-cs"/>
            </a:endParaRPr>
          </a:p>
          <a:p>
            <a:pPr marL="411480" marR="0" lvl="0" indent="-342900" algn="l" defTabSz="914400" rtl="0" eaLnBrk="0" fontAlgn="base" latinLnBrk="0" hangingPunct="0">
              <a:lnSpc>
                <a:spcPct val="100000"/>
              </a:lnSpc>
              <a:spcBef>
                <a:spcPts val="700"/>
              </a:spcBef>
              <a:spcAft>
                <a:spcPct val="0"/>
              </a:spcAft>
              <a:buClr>
                <a:schemeClr val="tx2"/>
              </a:buClr>
              <a:buSzPct val="95000"/>
              <a:buFont typeface="Wingdings" panose="05000000000000000000" pitchFamily="2" charset="2"/>
              <a:buChar char=""/>
              <a:defRPr/>
            </a:pPr>
            <a:endParaRPr kumimoji="0" lang="en-US" sz="30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Title 1"/>
          <p:cNvSpPr>
            <a:spLocks noGrp="1"/>
          </p:cNvSpPr>
          <p:nvPr>
            <p:ph type="title"/>
          </p:nvPr>
        </p:nvSpPr>
        <p:spPr/>
        <p:txBody>
          <a:bodyPr vert="horz" anchor="t">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4000" b="0" i="0" u="none" strike="noStrike" kern="1200" cap="none" spc="-100" normalizeH="0" baseline="0" noProof="0" dirty="0" smtClean="0">
                <a:ln>
                  <a:noFill/>
                </a:ln>
                <a:solidFill>
                  <a:schemeClr val="accent2">
                    <a:lumMod val="40000"/>
                    <a:lumOff val="60000"/>
                  </a:schemeClr>
                </a:solidFill>
                <a:effectLst/>
                <a:uLnTx/>
                <a:uFillTx/>
                <a:latin typeface="+mj-lt"/>
                <a:ea typeface="+mj-ea"/>
                <a:cs typeface="+mj-cs"/>
              </a:rPr>
              <a:t>ROOMS IN OPERATING THEATRE</a:t>
            </a:r>
            <a:endParaRPr kumimoji="0" lang="en-US" sz="4000" b="0" i="0" u="none" strike="noStrike" kern="1200" cap="none" spc="-100" normalizeH="0" baseline="0" noProof="0" dirty="0" smtClean="0">
              <a:ln>
                <a:noFill/>
              </a:ln>
              <a:solidFill>
                <a:schemeClr val="accent2">
                  <a:lumMod val="40000"/>
                  <a:lumOff val="60000"/>
                </a:schemeClr>
              </a:solidFill>
              <a:effectLst/>
              <a:uLnTx/>
              <a:uFillTx/>
              <a:latin typeface="+mj-lt"/>
              <a:ea typeface="+mj-ea"/>
              <a:cs typeface="+mj-cs"/>
            </a:endParaRPr>
          </a:p>
        </p:txBody>
      </p:sp>
      <p:sp>
        <p:nvSpPr>
          <p:cNvPr id="36867" name="Content Placeholder 2"/>
          <p:cNvSpPr>
            <a:spLocks noGrp="1"/>
          </p:cNvSpPr>
          <p:nvPr>
            <p:ph idx="1"/>
          </p:nvPr>
        </p:nvSpPr>
        <p:spPr>
          <a:ln/>
        </p:spPr>
        <p:txBody>
          <a:bodyPr vert="horz" wrap="square" lIns="91440" tIns="45720" rIns="91440" bIns="45720" anchor="t" anchorCtr="0"/>
          <a:p>
            <a:pPr eaLnBrk="1" hangingPunct="1"/>
            <a:r>
              <a:rPr sz="3600" dirty="0">
                <a:solidFill>
                  <a:srgbClr val="FFFF00"/>
                </a:solidFill>
              </a:rPr>
              <a:t>Administrative offices</a:t>
            </a:r>
            <a:endParaRPr sz="3600" dirty="0">
              <a:solidFill>
                <a:srgbClr val="FFFF00"/>
              </a:solidFill>
            </a:endParaRPr>
          </a:p>
          <a:p>
            <a:pPr eaLnBrk="1" hangingPunct="1"/>
            <a:r>
              <a:rPr sz="3600" dirty="0">
                <a:solidFill>
                  <a:srgbClr val="FFFF00"/>
                </a:solidFill>
              </a:rPr>
              <a:t>Transfer area</a:t>
            </a:r>
            <a:endParaRPr sz="3600" dirty="0">
              <a:solidFill>
                <a:srgbClr val="FFFF00"/>
              </a:solidFill>
            </a:endParaRPr>
          </a:p>
          <a:p>
            <a:pPr eaLnBrk="1" hangingPunct="1"/>
            <a:r>
              <a:rPr sz="3600" dirty="0">
                <a:solidFill>
                  <a:srgbClr val="FFFF00"/>
                </a:solidFill>
              </a:rPr>
              <a:t>Anesthetic room</a:t>
            </a:r>
            <a:endParaRPr sz="3600" dirty="0">
              <a:solidFill>
                <a:srgbClr val="FFFF00"/>
              </a:solidFill>
            </a:endParaRPr>
          </a:p>
          <a:p>
            <a:pPr eaLnBrk="1" hangingPunct="1"/>
            <a:r>
              <a:rPr sz="3600" dirty="0">
                <a:solidFill>
                  <a:srgbClr val="FFFF00"/>
                </a:solidFill>
              </a:rPr>
              <a:t>Scrub up areas</a:t>
            </a:r>
            <a:endParaRPr sz="3600" dirty="0">
              <a:solidFill>
                <a:srgbClr val="FFFF00"/>
              </a:solidFill>
            </a:endParaRPr>
          </a:p>
          <a:p>
            <a:pPr eaLnBrk="1" hangingPunct="1"/>
            <a:r>
              <a:rPr sz="3600" dirty="0">
                <a:solidFill>
                  <a:srgbClr val="FFFF00"/>
                </a:solidFill>
              </a:rPr>
              <a:t>Operating suite with operating tables</a:t>
            </a:r>
            <a:endParaRPr sz="3600" dirty="0">
              <a:solidFill>
                <a:srgbClr val="FFFF00"/>
              </a:solidFill>
            </a:endParaRPr>
          </a:p>
          <a:p>
            <a:pPr eaLnBrk="1" hangingPunct="1"/>
            <a:r>
              <a:rPr sz="3600" dirty="0">
                <a:solidFill>
                  <a:srgbClr val="FFFF00"/>
                </a:solidFill>
              </a:rPr>
              <a:t>Adjacent to it a sluice room i.e. each operating room should have a sluice room</a:t>
            </a:r>
            <a:endParaRPr sz="3600" dirty="0">
              <a:solidFill>
                <a:srgbClr val="FFFF00"/>
              </a:solidFill>
            </a:endParaRPr>
          </a:p>
          <a:p>
            <a:pPr eaLnBrk="1" hangingPunct="1"/>
            <a:endParaRPr dirty="0">
              <a:solidFill>
                <a:srgbClr val="FFFF0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Content Placeholder 2"/>
          <p:cNvSpPr>
            <a:spLocks noGrp="1"/>
          </p:cNvSpPr>
          <p:nvPr>
            <p:ph idx="1"/>
          </p:nvPr>
        </p:nvSpPr>
        <p:spPr>
          <a:xfrm>
            <a:off x="457200" y="1143000"/>
            <a:ext cx="8229600" cy="4983163"/>
          </a:xfrm>
          <a:ln/>
        </p:spPr>
        <p:txBody>
          <a:bodyPr vert="horz" wrap="square" lIns="91440" tIns="45720" rIns="91440" bIns="45720" anchor="t" anchorCtr="0"/>
          <a:p>
            <a:pPr eaLnBrk="1" hangingPunct="1"/>
            <a:r>
              <a:rPr sz="3600" dirty="0">
                <a:solidFill>
                  <a:srgbClr val="FFFF00"/>
                </a:solidFill>
              </a:rPr>
              <a:t>Rest rooms</a:t>
            </a:r>
            <a:endParaRPr sz="3600" dirty="0">
              <a:solidFill>
                <a:srgbClr val="FFFF00"/>
              </a:solidFill>
            </a:endParaRPr>
          </a:p>
          <a:p>
            <a:pPr eaLnBrk="1" hangingPunct="1"/>
            <a:r>
              <a:rPr sz="3600" dirty="0">
                <a:solidFill>
                  <a:srgbClr val="FFFF00"/>
                </a:solidFill>
              </a:rPr>
              <a:t>Changing rooms ( male and female )</a:t>
            </a:r>
            <a:endParaRPr sz="3600" dirty="0">
              <a:solidFill>
                <a:srgbClr val="FFFF00"/>
              </a:solidFill>
            </a:endParaRPr>
          </a:p>
          <a:p>
            <a:pPr eaLnBrk="1" hangingPunct="1"/>
            <a:r>
              <a:rPr sz="3600" dirty="0">
                <a:solidFill>
                  <a:srgbClr val="FFFF00"/>
                </a:solidFill>
              </a:rPr>
              <a:t>Storage rooms for procured materials  </a:t>
            </a:r>
            <a:endParaRPr sz="3600" dirty="0">
              <a:solidFill>
                <a:srgbClr val="FFFF00"/>
              </a:solidFill>
            </a:endParaRPr>
          </a:p>
          <a:p>
            <a:pPr eaLnBrk="1" hangingPunct="1"/>
            <a:r>
              <a:rPr sz="3600" dirty="0">
                <a:solidFill>
                  <a:srgbClr val="FFFF00"/>
                </a:solidFill>
              </a:rPr>
              <a:t>Storage rooms for sterile equipments</a:t>
            </a:r>
            <a:endParaRPr sz="3600" dirty="0">
              <a:solidFill>
                <a:srgbClr val="FFFF00"/>
              </a:solidFill>
            </a:endParaRPr>
          </a:p>
          <a:p>
            <a:pPr eaLnBrk="1" hangingPunct="1"/>
            <a:r>
              <a:rPr sz="3600" dirty="0">
                <a:solidFill>
                  <a:srgbClr val="FFFF00"/>
                </a:solidFill>
              </a:rPr>
              <a:t>A control sterile processing area with a working sterilizer</a:t>
            </a:r>
            <a:endParaRPr sz="3600" dirty="0">
              <a:solidFill>
                <a:srgbClr val="FFFF00"/>
              </a:solidFill>
            </a:endParaRPr>
          </a:p>
          <a:p>
            <a:pPr eaLnBrk="1" hangingPunct="1"/>
            <a:r>
              <a:rPr sz="3600" dirty="0">
                <a:solidFill>
                  <a:srgbClr val="FFFF00"/>
                </a:solidFill>
              </a:rPr>
              <a:t>Linen room</a:t>
            </a:r>
            <a:endParaRPr sz="3600" dirty="0">
              <a:solidFill>
                <a:srgbClr val="FFFF00"/>
              </a:solidFill>
            </a:endParaRPr>
          </a:p>
          <a:p>
            <a:pPr eaLnBrk="1" hangingPunct="1"/>
            <a:r>
              <a:rPr sz="3600" dirty="0">
                <a:solidFill>
                  <a:srgbClr val="FFFF00"/>
                </a:solidFill>
              </a:rPr>
              <a:t>Shower rooms/ toilets</a:t>
            </a:r>
            <a:endParaRPr sz="3600" dirty="0">
              <a:solidFill>
                <a:srgbClr val="FFFF00"/>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Title 1"/>
          <p:cNvSpPr>
            <a:spLocks noGrp="1"/>
          </p:cNvSpPr>
          <p:nvPr>
            <p:ph type="title"/>
          </p:nvPr>
        </p:nvSpPr>
        <p:spPr/>
        <p:txBody>
          <a:bodyPr vert="horz" anchor="t">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4000" b="0" i="0" u="none" strike="noStrike" kern="1200" cap="none" spc="-100" normalizeH="0" baseline="0" noProof="0" dirty="0" smtClean="0">
                <a:ln>
                  <a:noFill/>
                </a:ln>
                <a:solidFill>
                  <a:schemeClr val="accent2">
                    <a:lumMod val="40000"/>
                    <a:lumOff val="60000"/>
                  </a:schemeClr>
                </a:solidFill>
                <a:effectLst/>
                <a:uLnTx/>
                <a:uFillTx/>
                <a:latin typeface="+mj-lt"/>
                <a:ea typeface="+mj-ea"/>
                <a:cs typeface="+mj-cs"/>
              </a:rPr>
              <a:t>AREAS IN OPERATING THEATRE</a:t>
            </a:r>
            <a:endParaRPr kumimoji="0" lang="en-US" sz="4000" b="0" i="0" u="none" strike="noStrike" kern="1200" cap="none" spc="-100" normalizeH="0" baseline="0" noProof="0" dirty="0" smtClean="0">
              <a:ln>
                <a:noFill/>
              </a:ln>
              <a:solidFill>
                <a:schemeClr val="accent2">
                  <a:lumMod val="40000"/>
                  <a:lumOff val="60000"/>
                </a:schemeClr>
              </a:solidFill>
              <a:effectLst/>
              <a:uLnTx/>
              <a:uFillTx/>
              <a:latin typeface="+mj-lt"/>
              <a:ea typeface="+mj-ea"/>
              <a:cs typeface="+mj-cs"/>
            </a:endParaRPr>
          </a:p>
        </p:txBody>
      </p:sp>
      <p:sp>
        <p:nvSpPr>
          <p:cNvPr id="32771" name="Content Placeholder 2"/>
          <p:cNvSpPr>
            <a:spLocks noGrp="1"/>
          </p:cNvSpPr>
          <p:nvPr>
            <p:ph idx="1"/>
          </p:nvPr>
        </p:nvSpPr>
        <p:spPr/>
        <p:txBody>
          <a:bodyPr vert="horz" wrap="square" lIns="91440" tIns="45720" rIns="91440" bIns="45720" numCol="1" anchor="t" anchorCtr="0" compatLnSpc="1"/>
          <a:lstStyle/>
          <a:p>
            <a:pPr marL="411480" marR="0" lvl="0" indent="-342900" algn="l" defTabSz="914400" rtl="0" eaLnBrk="1" fontAlgn="base" latinLnBrk="0" hangingPunct="1">
              <a:lnSpc>
                <a:spcPct val="100000"/>
              </a:lnSpc>
              <a:spcBef>
                <a:spcPts val="700"/>
              </a:spcBef>
              <a:spcAft>
                <a:spcPct val="0"/>
              </a:spcAft>
              <a:buClr>
                <a:schemeClr val="tx2"/>
              </a:buClr>
              <a:buSzPct val="95000"/>
              <a:buFont typeface="Arial" panose="020B0604020202020204" pitchFamily="34" charset="0"/>
              <a:buNone/>
              <a:defRPr/>
            </a:pPr>
            <a:r>
              <a:rPr kumimoji="0" lang="en-US" sz="4000" b="1" i="0" u="sng" strike="noStrike" kern="1200" cap="none" spc="0" normalizeH="0" baseline="0" noProof="0" dirty="0" smtClean="0">
                <a:ln>
                  <a:noFill/>
                </a:ln>
                <a:solidFill>
                  <a:schemeClr val="tx2">
                    <a:lumMod val="75000"/>
                  </a:schemeClr>
                </a:solidFill>
                <a:effectLst/>
                <a:uLnTx/>
                <a:uFillTx/>
                <a:latin typeface="+mn-lt"/>
                <a:ea typeface="+mn-ea"/>
                <a:cs typeface="+mn-cs"/>
              </a:rPr>
              <a:t>Non – restricted area</a:t>
            </a:r>
            <a:endParaRPr kumimoji="0" lang="en-US" sz="4000" b="1" i="0" u="sng" strike="noStrike" kern="1200" cap="none" spc="0" normalizeH="0" baseline="0" noProof="0" dirty="0" smtClean="0">
              <a:ln>
                <a:noFill/>
              </a:ln>
              <a:solidFill>
                <a:schemeClr val="tx2">
                  <a:lumMod val="75000"/>
                </a:schemeClr>
              </a:solidFill>
              <a:effectLst/>
              <a:uLnTx/>
              <a:uFillTx/>
              <a:latin typeface="+mn-lt"/>
              <a:ea typeface="+mn-ea"/>
              <a:cs typeface="+mn-cs"/>
            </a:endParaRPr>
          </a:p>
          <a:p>
            <a:pPr marL="411480" marR="0" lvl="0" indent="-342900" algn="l" defTabSz="914400" rtl="0" eaLnBrk="1" fontAlgn="base" latinLnBrk="0" hangingPunct="1">
              <a:lnSpc>
                <a:spcPct val="100000"/>
              </a:lnSpc>
              <a:spcBef>
                <a:spcPts val="700"/>
              </a:spcBef>
              <a:spcAft>
                <a:spcPct val="0"/>
              </a:spcAft>
              <a:buClr>
                <a:schemeClr val="tx2"/>
              </a:buClr>
              <a:buSzPct val="95000"/>
              <a:buFontTx/>
              <a:buChar char="-"/>
              <a:defRPr/>
            </a:pPr>
            <a:r>
              <a:rPr kumimoji="0" lang="en-US" sz="4000" b="0" i="0" u="none" strike="noStrike" kern="1200" cap="none" spc="0" normalizeH="0" baseline="0" noProof="0" dirty="0" smtClean="0">
                <a:ln>
                  <a:noFill/>
                </a:ln>
                <a:solidFill>
                  <a:srgbClr val="FFFF00"/>
                </a:solidFill>
                <a:effectLst/>
                <a:uLnTx/>
                <a:uFillTx/>
                <a:latin typeface="+mn-lt"/>
                <a:ea typeface="+mn-ea"/>
                <a:cs typeface="+mn-cs"/>
              </a:rPr>
              <a:t>This includes the changing rooms and the transfer area</a:t>
            </a:r>
            <a:endParaRPr kumimoji="0" lang="en-US" sz="4000" b="0" i="0" u="none" strike="noStrike" kern="1200" cap="none" spc="0" normalizeH="0" baseline="0" noProof="0" dirty="0" smtClean="0">
              <a:ln>
                <a:noFill/>
              </a:ln>
              <a:solidFill>
                <a:srgbClr val="FFFF00"/>
              </a:solidFill>
              <a:effectLst/>
              <a:uLnTx/>
              <a:uFillTx/>
              <a:latin typeface="+mn-lt"/>
              <a:ea typeface="+mn-ea"/>
              <a:cs typeface="+mn-cs"/>
            </a:endParaRPr>
          </a:p>
          <a:p>
            <a:pPr marL="411480" marR="0" lvl="0" indent="-342900" algn="l" defTabSz="914400" rtl="0" eaLnBrk="1" fontAlgn="base" latinLnBrk="0" hangingPunct="1">
              <a:lnSpc>
                <a:spcPct val="100000"/>
              </a:lnSpc>
              <a:spcBef>
                <a:spcPts val="700"/>
              </a:spcBef>
              <a:spcAft>
                <a:spcPct val="0"/>
              </a:spcAft>
              <a:buClr>
                <a:schemeClr val="tx2"/>
              </a:buClr>
              <a:buSzPct val="95000"/>
              <a:buFontTx/>
              <a:buChar char="-"/>
              <a:defRPr/>
            </a:pPr>
            <a:r>
              <a:rPr kumimoji="0" lang="en-US" sz="4000" b="0" i="0" u="none" strike="noStrike" kern="1200" cap="none" spc="0" normalizeH="0" baseline="0" noProof="0" dirty="0" smtClean="0">
                <a:ln>
                  <a:noFill/>
                </a:ln>
                <a:solidFill>
                  <a:srgbClr val="FFFF00"/>
                </a:solidFill>
                <a:effectLst/>
                <a:uLnTx/>
                <a:uFillTx/>
                <a:latin typeface="+mn-lt"/>
                <a:ea typeface="+mn-ea"/>
                <a:cs typeface="+mn-cs"/>
              </a:rPr>
              <a:t>Allows contact of the theatre staff and other hospital staff</a:t>
            </a:r>
            <a:endParaRPr kumimoji="0" lang="en-US" sz="4000" b="0" i="0" u="none" strike="noStrike" kern="1200" cap="none" spc="0" normalizeH="0" baseline="0" noProof="0" dirty="0" smtClean="0">
              <a:ln>
                <a:noFill/>
              </a:ln>
              <a:solidFill>
                <a:srgbClr val="FFFF00"/>
              </a:solidFill>
              <a:effectLst/>
              <a:uLnTx/>
              <a:uFillTx/>
              <a:latin typeface="+mn-lt"/>
              <a:ea typeface="+mn-ea"/>
              <a:cs typeface="+mn-cs"/>
            </a:endParaRPr>
          </a:p>
          <a:p>
            <a:pPr marL="411480" marR="0" lvl="0" indent="-342900" algn="l" defTabSz="914400" rtl="0" eaLnBrk="1" fontAlgn="base" latinLnBrk="0" hangingPunct="1">
              <a:lnSpc>
                <a:spcPct val="100000"/>
              </a:lnSpc>
              <a:spcBef>
                <a:spcPts val="700"/>
              </a:spcBef>
              <a:spcAft>
                <a:spcPct val="0"/>
              </a:spcAft>
              <a:buClr>
                <a:schemeClr val="tx2"/>
              </a:buClr>
              <a:buSzPct val="95000"/>
              <a:buFontTx/>
              <a:buChar char="-"/>
              <a:defRPr/>
            </a:pPr>
            <a:r>
              <a:rPr kumimoji="0" lang="en-US" sz="4000" b="0" i="0" u="none" strike="noStrike" kern="1200" cap="none" spc="0" normalizeH="0" baseline="0" noProof="0" dirty="0" smtClean="0">
                <a:ln>
                  <a:noFill/>
                </a:ln>
                <a:solidFill>
                  <a:srgbClr val="FFFF00"/>
                </a:solidFill>
                <a:effectLst/>
                <a:uLnTx/>
                <a:uFillTx/>
                <a:latin typeface="+mn-lt"/>
                <a:ea typeface="+mn-ea"/>
                <a:cs typeface="+mn-cs"/>
              </a:rPr>
              <a:t>Theatre staff in this area don’t have sterile attire or mask</a:t>
            </a:r>
            <a:endParaRPr kumimoji="0" lang="en-US" sz="4000" b="0" i="0" u="none" strike="noStrike" kern="1200" cap="none" spc="0" normalizeH="0" baseline="0" noProof="0" dirty="0" smtClean="0">
              <a:ln>
                <a:noFill/>
              </a:ln>
              <a:solidFill>
                <a:srgbClr val="FFFF00"/>
              </a:solidFill>
              <a:effectLst/>
              <a:uLnTx/>
              <a:uFillTx/>
              <a:latin typeface="+mn-lt"/>
              <a:ea typeface="+mn-ea"/>
              <a:cs typeface="+mn-cs"/>
            </a:endParaRPr>
          </a:p>
          <a:p>
            <a:pPr marL="411480" marR="0" lvl="0" indent="-342900" algn="l" defTabSz="914400" rtl="0" eaLnBrk="1" fontAlgn="base" latinLnBrk="0" hangingPunct="1">
              <a:lnSpc>
                <a:spcPct val="100000"/>
              </a:lnSpc>
              <a:spcBef>
                <a:spcPts val="700"/>
              </a:spcBef>
              <a:spcAft>
                <a:spcPct val="0"/>
              </a:spcAft>
              <a:buClr>
                <a:schemeClr val="tx2"/>
              </a:buClr>
              <a:buSzPct val="95000"/>
              <a:buFont typeface="Arial" panose="020B0604020202020204" pitchFamily="34" charset="0"/>
              <a:buNone/>
              <a:defRPr/>
            </a:pPr>
            <a:endParaRPr kumimoji="0" lang="en-US" sz="3000" b="0" i="0" u="none" strike="noStrike" kern="1200" cap="none" spc="0" normalizeH="0" baseline="0" noProof="0" dirty="0" smtClean="0">
              <a:ln>
                <a:noFill/>
              </a:ln>
              <a:solidFill>
                <a:srgbClr val="FFFF00"/>
              </a:solidFill>
              <a:effectLst/>
              <a:uLnTx/>
              <a:uFillTx/>
              <a:latin typeface="+mn-lt"/>
              <a:ea typeface="+mn-ea"/>
              <a:cs typeface="+mn-cs"/>
            </a:endParaRPr>
          </a:p>
          <a:p>
            <a:pPr marL="411480" marR="0" lvl="0" indent="-342900" algn="l" defTabSz="914400" rtl="0" eaLnBrk="1" fontAlgn="base" latinLnBrk="0" hangingPunct="1">
              <a:lnSpc>
                <a:spcPct val="100000"/>
              </a:lnSpc>
              <a:spcBef>
                <a:spcPts val="700"/>
              </a:spcBef>
              <a:spcAft>
                <a:spcPct val="0"/>
              </a:spcAft>
              <a:buClr>
                <a:schemeClr val="tx2"/>
              </a:buClr>
              <a:buSzPct val="95000"/>
              <a:buFont typeface="Arial" panose="020B0604020202020204" pitchFamily="34" charset="0"/>
              <a:buNone/>
              <a:defRPr/>
            </a:pPr>
            <a:endParaRPr kumimoji="0" lang="en-US" sz="3000" b="0" i="0" u="none" strike="noStrike" kern="1200" cap="none" spc="0" normalizeH="0" baseline="0" noProof="0" dirty="0" smtClean="0">
              <a:ln>
                <a:noFill/>
              </a:ln>
              <a:solidFill>
                <a:srgbClr val="FFFF00"/>
              </a:solidFill>
              <a:effectLst/>
              <a:uLnTx/>
              <a:uFillTx/>
              <a:latin typeface="+mn-lt"/>
              <a:ea typeface="+mn-ea"/>
              <a:cs typeface="+mn-c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Content Placeholder 2"/>
          <p:cNvSpPr>
            <a:spLocks noGrp="1"/>
          </p:cNvSpPr>
          <p:nvPr>
            <p:ph idx="1"/>
          </p:nvPr>
        </p:nvSpPr>
        <p:spPr>
          <a:xfrm>
            <a:off x="457200" y="990600"/>
            <a:ext cx="8229600" cy="5135563"/>
          </a:xfrm>
        </p:spPr>
        <p:txBody>
          <a:bodyPr vert="horz" wrap="square" lIns="91440" tIns="45720" rIns="91440" bIns="45720" numCol="1" anchor="t" anchorCtr="0" compatLnSpc="1"/>
          <a:lstStyle/>
          <a:p>
            <a:pPr marL="411480" marR="0" lvl="0" indent="-342900" algn="l" defTabSz="914400" rtl="0" eaLnBrk="1" fontAlgn="base" latinLnBrk="0" hangingPunct="1">
              <a:lnSpc>
                <a:spcPct val="100000"/>
              </a:lnSpc>
              <a:spcBef>
                <a:spcPts val="700"/>
              </a:spcBef>
              <a:spcAft>
                <a:spcPct val="0"/>
              </a:spcAft>
              <a:buClr>
                <a:schemeClr val="tx2"/>
              </a:buClr>
              <a:buSzPct val="95000"/>
              <a:buFont typeface="Arial" panose="020B0604020202020204" pitchFamily="34" charset="0"/>
              <a:buNone/>
              <a:defRPr/>
            </a:pPr>
            <a:r>
              <a:rPr kumimoji="0" lang="en-US" sz="4000" b="1" i="0" u="sng" strike="noStrike" kern="1200" cap="none" spc="0" normalizeH="0" baseline="0" noProof="0" dirty="0" smtClean="0">
                <a:ln>
                  <a:noFill/>
                </a:ln>
                <a:solidFill>
                  <a:schemeClr val="tx2">
                    <a:lumMod val="75000"/>
                  </a:schemeClr>
                </a:solidFill>
                <a:effectLst/>
                <a:uLnTx/>
                <a:uFillTx/>
                <a:latin typeface="+mn-lt"/>
                <a:ea typeface="+mn-ea"/>
                <a:cs typeface="+mn-cs"/>
              </a:rPr>
              <a:t>Semi-restricted area</a:t>
            </a:r>
            <a:endParaRPr kumimoji="0" lang="en-US" sz="4000" b="1" i="0" u="sng" strike="noStrike" kern="1200" cap="none" spc="0" normalizeH="0" baseline="0" noProof="0" dirty="0" smtClean="0">
              <a:ln>
                <a:noFill/>
              </a:ln>
              <a:solidFill>
                <a:schemeClr val="tx2">
                  <a:lumMod val="75000"/>
                </a:schemeClr>
              </a:solidFill>
              <a:effectLst/>
              <a:uLnTx/>
              <a:uFillTx/>
              <a:latin typeface="+mn-lt"/>
              <a:ea typeface="+mn-ea"/>
              <a:cs typeface="+mn-cs"/>
            </a:endParaRPr>
          </a:p>
          <a:p>
            <a:pPr marL="411480" marR="0" lvl="0" indent="-342900" algn="l" defTabSz="914400" rtl="0" eaLnBrk="1" fontAlgn="base" latinLnBrk="0" hangingPunct="1">
              <a:lnSpc>
                <a:spcPct val="100000"/>
              </a:lnSpc>
              <a:spcBef>
                <a:spcPts val="700"/>
              </a:spcBef>
              <a:spcAft>
                <a:spcPct val="0"/>
              </a:spcAft>
              <a:buClr>
                <a:schemeClr val="tx2"/>
              </a:buClr>
              <a:buSzPct val="95000"/>
              <a:buFontTx/>
              <a:buChar char="-"/>
              <a:defRPr/>
            </a:pPr>
            <a:r>
              <a:rPr kumimoji="0" lang="en-US" sz="4000" b="0" i="0" u="none" strike="noStrike" kern="1200" cap="none" spc="0" normalizeH="0" baseline="0" noProof="0" dirty="0" smtClean="0">
                <a:ln>
                  <a:noFill/>
                </a:ln>
                <a:solidFill>
                  <a:srgbClr val="FFFF00"/>
                </a:solidFill>
                <a:effectLst/>
                <a:uLnTx/>
                <a:uFillTx/>
                <a:latin typeface="+mn-lt"/>
                <a:ea typeface="+mn-ea"/>
                <a:cs typeface="+mn-cs"/>
              </a:rPr>
              <a:t>Transfer is restricted to the theatre staff properly dressed</a:t>
            </a:r>
            <a:endParaRPr kumimoji="0" lang="en-US" sz="4000" b="0" i="0" u="none" strike="noStrike" kern="1200" cap="none" spc="0" normalizeH="0" baseline="0" noProof="0" dirty="0" smtClean="0">
              <a:ln>
                <a:noFill/>
              </a:ln>
              <a:solidFill>
                <a:srgbClr val="FFFF00"/>
              </a:solidFill>
              <a:effectLst/>
              <a:uLnTx/>
              <a:uFillTx/>
              <a:latin typeface="+mn-lt"/>
              <a:ea typeface="+mn-ea"/>
              <a:cs typeface="+mn-cs"/>
            </a:endParaRPr>
          </a:p>
          <a:p>
            <a:pPr marL="411480" marR="0" lvl="0" indent="-342900" algn="l" defTabSz="914400" rtl="0" eaLnBrk="1" fontAlgn="base" latinLnBrk="0" hangingPunct="1">
              <a:lnSpc>
                <a:spcPct val="100000"/>
              </a:lnSpc>
              <a:spcBef>
                <a:spcPts val="700"/>
              </a:spcBef>
              <a:spcAft>
                <a:spcPct val="0"/>
              </a:spcAft>
              <a:buClr>
                <a:schemeClr val="tx2"/>
              </a:buClr>
              <a:buSzPct val="95000"/>
              <a:buFontTx/>
              <a:buChar char="-"/>
              <a:defRPr/>
            </a:pPr>
            <a:r>
              <a:rPr kumimoji="0" lang="en-US" sz="4000" b="0" i="0" u="none" strike="noStrike" kern="1200" cap="none" spc="0" normalizeH="0" baseline="0" noProof="0" dirty="0" smtClean="0">
                <a:ln>
                  <a:noFill/>
                </a:ln>
                <a:solidFill>
                  <a:srgbClr val="FFFF00"/>
                </a:solidFill>
                <a:effectLst/>
                <a:uLnTx/>
                <a:uFillTx/>
                <a:latin typeface="+mn-lt"/>
                <a:ea typeface="+mn-ea"/>
                <a:cs typeface="+mn-cs"/>
              </a:rPr>
              <a:t>Don’t  have sterile attire</a:t>
            </a:r>
            <a:endParaRPr kumimoji="0" lang="en-US" sz="4000" b="0" i="0" u="none" strike="noStrike" kern="1200" cap="none" spc="0" normalizeH="0" baseline="0" noProof="0" dirty="0" smtClean="0">
              <a:ln>
                <a:noFill/>
              </a:ln>
              <a:solidFill>
                <a:srgbClr val="FFFF00"/>
              </a:solidFill>
              <a:effectLst/>
              <a:uLnTx/>
              <a:uFillTx/>
              <a:latin typeface="+mn-lt"/>
              <a:ea typeface="+mn-ea"/>
              <a:cs typeface="+mn-cs"/>
            </a:endParaRPr>
          </a:p>
          <a:p>
            <a:pPr marL="411480" marR="0" lvl="0" indent="-342900" algn="l" defTabSz="914400" rtl="0" eaLnBrk="1" fontAlgn="base" latinLnBrk="0" hangingPunct="1">
              <a:lnSpc>
                <a:spcPct val="100000"/>
              </a:lnSpc>
              <a:spcBef>
                <a:spcPts val="700"/>
              </a:spcBef>
              <a:spcAft>
                <a:spcPct val="0"/>
              </a:spcAft>
              <a:buClr>
                <a:schemeClr val="tx2"/>
              </a:buClr>
              <a:buSzPct val="95000"/>
              <a:buFontTx/>
              <a:buChar char="-"/>
              <a:defRPr/>
            </a:pPr>
            <a:r>
              <a:rPr kumimoji="0" lang="en-US" sz="4000" b="0" i="0" u="none" strike="noStrike" kern="1200" cap="none" spc="0" normalizeH="0" baseline="0" noProof="0" dirty="0" smtClean="0">
                <a:ln>
                  <a:noFill/>
                </a:ln>
                <a:solidFill>
                  <a:srgbClr val="FFFF00"/>
                </a:solidFill>
                <a:effectLst/>
                <a:uLnTx/>
                <a:uFillTx/>
                <a:latin typeface="+mn-lt"/>
                <a:ea typeface="+mn-ea"/>
                <a:cs typeface="+mn-cs"/>
              </a:rPr>
              <a:t>Head and the rest of the body is covered with theatre attire</a:t>
            </a:r>
            <a:endParaRPr kumimoji="0" lang="en-US" sz="4000" b="0" i="0" u="none" strike="noStrike" kern="1200" cap="none" spc="0" normalizeH="0" baseline="0" noProof="0" dirty="0" smtClean="0">
              <a:ln>
                <a:noFill/>
              </a:ln>
              <a:solidFill>
                <a:srgbClr val="FFFF00"/>
              </a:solidFill>
              <a:effectLst/>
              <a:uLnTx/>
              <a:uFillTx/>
              <a:latin typeface="+mn-lt"/>
              <a:ea typeface="+mn-ea"/>
              <a:cs typeface="+mn-cs"/>
            </a:endParaRPr>
          </a:p>
          <a:p>
            <a:pPr marL="411480" marR="0" lvl="0" indent="-342900" algn="l" defTabSz="914400" rtl="0" eaLnBrk="1" fontAlgn="base" latinLnBrk="0" hangingPunct="1">
              <a:lnSpc>
                <a:spcPct val="100000"/>
              </a:lnSpc>
              <a:spcBef>
                <a:spcPts val="700"/>
              </a:spcBef>
              <a:spcAft>
                <a:spcPct val="0"/>
              </a:spcAft>
              <a:buClr>
                <a:schemeClr val="tx2"/>
              </a:buClr>
              <a:buSzPct val="95000"/>
              <a:buFontTx/>
              <a:buChar char="-"/>
              <a:defRPr/>
            </a:pPr>
            <a:r>
              <a:rPr kumimoji="0" lang="en-US" sz="4000" b="0" i="0" u="none" strike="noStrike" kern="1200" cap="none" spc="0" normalizeH="0" baseline="0" noProof="0" dirty="0" smtClean="0">
                <a:ln>
                  <a:noFill/>
                </a:ln>
                <a:solidFill>
                  <a:srgbClr val="FFFF00"/>
                </a:solidFill>
                <a:effectLst/>
                <a:uLnTx/>
                <a:uFillTx/>
                <a:latin typeface="+mn-lt"/>
                <a:ea typeface="+mn-ea"/>
                <a:cs typeface="+mn-cs"/>
              </a:rPr>
              <a:t>Includes the offices’, stores,  resting room, corridors, recovery room</a:t>
            </a:r>
            <a:endParaRPr kumimoji="0" lang="en-US" sz="4000" b="0" i="0" u="none" strike="noStrike" kern="1200" cap="none" spc="0" normalizeH="0" baseline="0" noProof="0" dirty="0" smtClean="0">
              <a:ln>
                <a:noFill/>
              </a:ln>
              <a:solidFill>
                <a:srgbClr val="FFFF00"/>
              </a:solidFill>
              <a:effectLst/>
              <a:uLnTx/>
              <a:uFillTx/>
              <a:latin typeface="+mn-lt"/>
              <a:ea typeface="+mn-ea"/>
              <a:cs typeface="+mn-c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Content Placeholder 2"/>
          <p:cNvSpPr>
            <a:spLocks noGrp="1"/>
          </p:cNvSpPr>
          <p:nvPr>
            <p:ph idx="1"/>
          </p:nvPr>
        </p:nvSpPr>
        <p:spPr>
          <a:xfrm>
            <a:off x="457200" y="304800"/>
            <a:ext cx="8686800" cy="5821363"/>
          </a:xfrm>
        </p:spPr>
        <p:txBody>
          <a:bodyPr vert="horz" wrap="square" lIns="91440" tIns="45720" rIns="91440" bIns="45720" numCol="1" anchor="t" anchorCtr="0" compatLnSpc="1"/>
          <a:lstStyle/>
          <a:p>
            <a:pPr marL="411480" marR="0" lvl="0" indent="-342900" algn="l" defTabSz="914400" rtl="0" eaLnBrk="1" fontAlgn="base" latinLnBrk="0" hangingPunct="1">
              <a:lnSpc>
                <a:spcPct val="100000"/>
              </a:lnSpc>
              <a:spcBef>
                <a:spcPts val="700"/>
              </a:spcBef>
              <a:spcAft>
                <a:spcPct val="0"/>
              </a:spcAft>
              <a:buClr>
                <a:schemeClr val="tx2"/>
              </a:buClr>
              <a:buSzPct val="95000"/>
              <a:buFont typeface="Arial" panose="020B0604020202020204" pitchFamily="34" charset="0"/>
              <a:buNone/>
              <a:defRPr/>
            </a:pPr>
            <a:r>
              <a:rPr kumimoji="0" lang="en-US" sz="4000" b="1" i="0" u="sng" strike="noStrike" kern="1200" cap="none" spc="0" normalizeH="0" baseline="0" noProof="0" dirty="0" smtClean="0">
                <a:ln>
                  <a:noFill/>
                </a:ln>
                <a:solidFill>
                  <a:schemeClr val="tx2">
                    <a:lumMod val="75000"/>
                  </a:schemeClr>
                </a:solidFill>
                <a:effectLst/>
                <a:uLnTx/>
                <a:uFillTx/>
                <a:latin typeface="+mn-lt"/>
                <a:ea typeface="+mn-ea"/>
                <a:cs typeface="+mn-cs"/>
              </a:rPr>
              <a:t>Restricted areas</a:t>
            </a:r>
            <a:endParaRPr kumimoji="0" lang="en-US" sz="4000" b="1" i="0" u="sng" strike="noStrike" kern="1200" cap="none" spc="0" normalizeH="0" baseline="0" noProof="0" dirty="0" smtClean="0">
              <a:ln>
                <a:noFill/>
              </a:ln>
              <a:solidFill>
                <a:schemeClr val="tx2">
                  <a:lumMod val="75000"/>
                </a:schemeClr>
              </a:solidFill>
              <a:effectLst/>
              <a:uLnTx/>
              <a:uFillTx/>
              <a:latin typeface="+mn-lt"/>
              <a:ea typeface="+mn-ea"/>
              <a:cs typeface="+mn-cs"/>
            </a:endParaRPr>
          </a:p>
          <a:p>
            <a:pPr marL="411480" marR="0" lvl="0" indent="-342900" algn="l" defTabSz="914400" rtl="0" eaLnBrk="1" fontAlgn="base" latinLnBrk="0" hangingPunct="1">
              <a:lnSpc>
                <a:spcPct val="100000"/>
              </a:lnSpc>
              <a:spcBef>
                <a:spcPts val="700"/>
              </a:spcBef>
              <a:spcAft>
                <a:spcPct val="0"/>
              </a:spcAft>
              <a:buClr>
                <a:schemeClr val="tx2"/>
              </a:buClr>
              <a:buSzPct val="95000"/>
              <a:buFontTx/>
              <a:buChar char="-"/>
              <a:defRPr/>
            </a:pPr>
            <a:r>
              <a:rPr kumimoji="0" lang="en-US" sz="4000" b="0" i="0" u="none" strike="noStrike" kern="1200" cap="none" spc="0" normalizeH="0" baseline="0" noProof="0" dirty="0" smtClean="0">
                <a:ln>
                  <a:noFill/>
                </a:ln>
                <a:solidFill>
                  <a:srgbClr val="FFFF00"/>
                </a:solidFill>
                <a:effectLst/>
                <a:uLnTx/>
                <a:uFillTx/>
                <a:latin typeface="+mn-lt"/>
                <a:ea typeface="+mn-ea"/>
                <a:cs typeface="+mn-cs"/>
              </a:rPr>
              <a:t>Masks are needed for every member getting to this area</a:t>
            </a:r>
            <a:endParaRPr kumimoji="0" lang="en-US" sz="4000" b="0" i="0" u="none" strike="noStrike" kern="1200" cap="none" spc="0" normalizeH="0" baseline="0" noProof="0" dirty="0" smtClean="0">
              <a:ln>
                <a:noFill/>
              </a:ln>
              <a:solidFill>
                <a:srgbClr val="FFFF00"/>
              </a:solidFill>
              <a:effectLst/>
              <a:uLnTx/>
              <a:uFillTx/>
              <a:latin typeface="+mn-lt"/>
              <a:ea typeface="+mn-ea"/>
              <a:cs typeface="+mn-cs"/>
            </a:endParaRPr>
          </a:p>
          <a:p>
            <a:pPr marL="411480" marR="0" lvl="0" indent="-342900" algn="l" defTabSz="914400" rtl="0" eaLnBrk="1" fontAlgn="base" latinLnBrk="0" hangingPunct="1">
              <a:lnSpc>
                <a:spcPct val="100000"/>
              </a:lnSpc>
              <a:spcBef>
                <a:spcPts val="700"/>
              </a:spcBef>
              <a:spcAft>
                <a:spcPct val="0"/>
              </a:spcAft>
              <a:buClr>
                <a:schemeClr val="tx2"/>
              </a:buClr>
              <a:buSzPct val="95000"/>
              <a:buFontTx/>
              <a:buChar char="-"/>
              <a:defRPr/>
            </a:pPr>
            <a:r>
              <a:rPr kumimoji="0" lang="en-US" sz="4000" b="0" i="0" u="none" strike="noStrike" kern="1200" cap="none" spc="0" normalizeH="0" baseline="0" noProof="0" dirty="0" smtClean="0">
                <a:ln>
                  <a:noFill/>
                </a:ln>
                <a:solidFill>
                  <a:srgbClr val="FFFF00"/>
                </a:solidFill>
                <a:effectLst/>
                <a:uLnTx/>
                <a:uFillTx/>
                <a:latin typeface="+mn-lt"/>
                <a:ea typeface="+mn-ea"/>
                <a:cs typeface="+mn-cs"/>
              </a:rPr>
              <a:t>Assisting team don’t have sterile theatre attire</a:t>
            </a:r>
            <a:endParaRPr kumimoji="0" lang="en-US" sz="4000" b="0" i="0" u="none" strike="noStrike" kern="1200" cap="none" spc="0" normalizeH="0" baseline="0" noProof="0" dirty="0" smtClean="0">
              <a:ln>
                <a:noFill/>
              </a:ln>
              <a:solidFill>
                <a:srgbClr val="FFFF00"/>
              </a:solidFill>
              <a:effectLst/>
              <a:uLnTx/>
              <a:uFillTx/>
              <a:latin typeface="+mn-lt"/>
              <a:ea typeface="+mn-ea"/>
              <a:cs typeface="+mn-cs"/>
            </a:endParaRPr>
          </a:p>
          <a:p>
            <a:pPr marL="411480" marR="0" lvl="0" indent="-342900" algn="l" defTabSz="914400" rtl="0" eaLnBrk="1" fontAlgn="base" latinLnBrk="0" hangingPunct="1">
              <a:lnSpc>
                <a:spcPct val="100000"/>
              </a:lnSpc>
              <a:spcBef>
                <a:spcPts val="700"/>
              </a:spcBef>
              <a:spcAft>
                <a:spcPct val="0"/>
              </a:spcAft>
              <a:buClr>
                <a:schemeClr val="tx2"/>
              </a:buClr>
              <a:buSzPct val="95000"/>
              <a:buFontTx/>
              <a:buChar char="-"/>
              <a:defRPr/>
            </a:pPr>
            <a:r>
              <a:rPr kumimoji="0" lang="en-US" sz="4000" b="0" i="0" u="none" strike="noStrike" kern="1200" cap="none" spc="0" normalizeH="0" baseline="0" noProof="0" dirty="0" smtClean="0">
                <a:ln>
                  <a:noFill/>
                </a:ln>
                <a:solidFill>
                  <a:srgbClr val="FFFF00"/>
                </a:solidFill>
                <a:effectLst/>
                <a:uLnTx/>
                <a:uFillTx/>
                <a:latin typeface="+mn-lt"/>
                <a:ea typeface="+mn-ea"/>
                <a:cs typeface="+mn-cs"/>
              </a:rPr>
              <a:t>When the pack is opened/exposed everyone must have a mask</a:t>
            </a:r>
            <a:endParaRPr kumimoji="0" lang="en-US" sz="4000" b="0" i="0" u="none" strike="noStrike" kern="1200" cap="none" spc="0" normalizeH="0" baseline="0" noProof="0" dirty="0" smtClean="0">
              <a:ln>
                <a:noFill/>
              </a:ln>
              <a:solidFill>
                <a:srgbClr val="FFFF00"/>
              </a:solidFill>
              <a:effectLst/>
              <a:uLnTx/>
              <a:uFillTx/>
              <a:latin typeface="+mn-lt"/>
              <a:ea typeface="+mn-ea"/>
              <a:cs typeface="+mn-cs"/>
            </a:endParaRPr>
          </a:p>
          <a:p>
            <a:pPr marL="411480" marR="0" lvl="0" indent="-342900" algn="l" defTabSz="914400" rtl="0" eaLnBrk="1" fontAlgn="base" latinLnBrk="0" hangingPunct="1">
              <a:lnSpc>
                <a:spcPct val="100000"/>
              </a:lnSpc>
              <a:spcBef>
                <a:spcPts val="700"/>
              </a:spcBef>
              <a:spcAft>
                <a:spcPct val="0"/>
              </a:spcAft>
              <a:buClr>
                <a:schemeClr val="tx2"/>
              </a:buClr>
              <a:buSzPct val="95000"/>
              <a:buFontTx/>
              <a:buChar char="-"/>
              <a:defRPr/>
            </a:pPr>
            <a:r>
              <a:rPr kumimoji="0" lang="en-US" sz="4000" b="0" i="0" u="none" strike="noStrike" kern="1200" cap="none" spc="0" normalizeH="0" baseline="0" noProof="0" dirty="0" smtClean="0">
                <a:ln>
                  <a:noFill/>
                </a:ln>
                <a:solidFill>
                  <a:srgbClr val="FFFF00"/>
                </a:solidFill>
                <a:effectLst/>
                <a:uLnTx/>
                <a:uFillTx/>
                <a:latin typeface="+mn-lt"/>
                <a:ea typeface="+mn-ea"/>
                <a:cs typeface="+mn-cs"/>
              </a:rPr>
              <a:t>Surgical team must have sterile gowns &amp; gloves and must not move from the room until operation is complete</a:t>
            </a:r>
            <a:endParaRPr kumimoji="0" lang="en-US" sz="4000" b="0" i="0" u="none" strike="noStrike" kern="1200" cap="none" spc="0" normalizeH="0" baseline="0" noProof="0" dirty="0" smtClean="0">
              <a:ln>
                <a:noFill/>
              </a:ln>
              <a:solidFill>
                <a:srgbClr val="FFFF00"/>
              </a:solidFill>
              <a:effectLst/>
              <a:uLnTx/>
              <a:uFillTx/>
              <a:latin typeface="+mn-lt"/>
              <a:ea typeface="+mn-ea"/>
              <a:cs typeface="+mn-cs"/>
            </a:endParaRPr>
          </a:p>
          <a:p>
            <a:pPr marL="411480" marR="0" lvl="0" indent="-342900" algn="l" defTabSz="914400" rtl="0" eaLnBrk="1" fontAlgn="base" latinLnBrk="0" hangingPunct="1">
              <a:lnSpc>
                <a:spcPct val="100000"/>
              </a:lnSpc>
              <a:spcBef>
                <a:spcPts val="700"/>
              </a:spcBef>
              <a:spcAft>
                <a:spcPct val="0"/>
              </a:spcAft>
              <a:buClr>
                <a:schemeClr val="tx2"/>
              </a:buClr>
              <a:buSzPct val="95000"/>
              <a:buFontTx/>
              <a:buChar char="-"/>
              <a:defRPr/>
            </a:pPr>
            <a:endParaRPr kumimoji="0" lang="en-US" sz="3000" b="0" i="0" u="none" strike="noStrike" kern="1200" cap="none" spc="0" normalizeH="0" baseline="0" noProof="0" dirty="0" smtClean="0">
              <a:ln>
                <a:noFill/>
              </a:ln>
              <a:solidFill>
                <a:srgbClr val="FFFF00"/>
              </a:solidFill>
              <a:effectLst/>
              <a:uLnTx/>
              <a:uFillTx/>
              <a:latin typeface="+mn-lt"/>
              <a:ea typeface="+mn-ea"/>
              <a:cs typeface="+mn-c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Content Placeholder 2"/>
          <p:cNvSpPr>
            <a:spLocks noGrp="1"/>
          </p:cNvSpPr>
          <p:nvPr>
            <p:ph idx="1"/>
          </p:nvPr>
        </p:nvSpPr>
        <p:spPr>
          <a:xfrm>
            <a:off x="457200" y="533400"/>
            <a:ext cx="8686800" cy="5592763"/>
          </a:xfrm>
          <a:ln/>
        </p:spPr>
        <p:txBody>
          <a:bodyPr vert="horz" wrap="square" lIns="91440" tIns="45720" rIns="91440" bIns="45720" anchor="t" anchorCtr="0"/>
          <a:p>
            <a:pPr eaLnBrk="1" hangingPunct="1">
              <a:buFontTx/>
              <a:buChar char="-"/>
            </a:pPr>
            <a:r>
              <a:rPr sz="4000" dirty="0">
                <a:solidFill>
                  <a:srgbClr val="FFFF00"/>
                </a:solidFill>
              </a:rPr>
              <a:t>The doors must be closed throughout the procedure</a:t>
            </a:r>
            <a:endParaRPr sz="4000" dirty="0">
              <a:solidFill>
                <a:srgbClr val="FFFF00"/>
              </a:solidFill>
            </a:endParaRPr>
          </a:p>
          <a:p>
            <a:pPr eaLnBrk="1" hangingPunct="1">
              <a:buFontTx/>
              <a:buChar char="-"/>
            </a:pPr>
            <a:endParaRPr sz="4000" dirty="0">
              <a:solidFill>
                <a:srgbClr val="FFFF00"/>
              </a:solidFill>
            </a:endParaRPr>
          </a:p>
          <a:p>
            <a:pPr eaLnBrk="1" hangingPunct="1">
              <a:buFontTx/>
              <a:buChar char="-"/>
            </a:pPr>
            <a:r>
              <a:rPr sz="4000" dirty="0">
                <a:solidFill>
                  <a:srgbClr val="FFFF00"/>
                </a:solidFill>
              </a:rPr>
              <a:t>Unnecessary traffic should be avoided to prevent transfer of infection</a:t>
            </a:r>
            <a:endParaRPr sz="4000" dirty="0">
              <a:solidFill>
                <a:srgbClr val="FFFF00"/>
              </a:solidFill>
            </a:endParaRPr>
          </a:p>
          <a:p>
            <a:pPr eaLnBrk="1" hangingPunct="1">
              <a:buFontTx/>
              <a:buChar char="-"/>
            </a:pPr>
            <a:endParaRPr sz="4000" dirty="0">
              <a:solidFill>
                <a:srgbClr val="FFFF00"/>
              </a:solidFill>
            </a:endParaRPr>
          </a:p>
          <a:p>
            <a:pPr eaLnBrk="1" hangingPunct="1">
              <a:buFontTx/>
              <a:buChar char="-"/>
            </a:pPr>
            <a:r>
              <a:rPr sz="4000" dirty="0">
                <a:solidFill>
                  <a:srgbClr val="FFFF00"/>
                </a:solidFill>
              </a:rPr>
              <a:t>This includes the scrub up areas, operating rooms, preparation area and sterilization areas</a:t>
            </a:r>
            <a:endParaRPr sz="4000" dirty="0">
              <a:solidFill>
                <a:srgbClr val="FFFF00"/>
              </a:solidFill>
            </a:endParaRPr>
          </a:p>
          <a:p>
            <a:pPr eaLnBrk="1" hangingPunct="1">
              <a:buFontTx/>
              <a:buChar char="-"/>
            </a:pPr>
            <a:endParaRPr dirty="0">
              <a:solidFill>
                <a:srgbClr val="FFFF00"/>
              </a:solidFill>
            </a:endParaRPr>
          </a:p>
          <a:p>
            <a:pPr eaLnBrk="1" hangingPunct="1">
              <a:buFont typeface="Arial" panose="020B0604020202020204" pitchFamily="34" charset="0"/>
              <a:buNone/>
            </a:pPr>
            <a:endParaRPr dirty="0">
              <a:solidFill>
                <a:srgbClr val="FFFF00"/>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Title 1"/>
          <p:cNvSpPr>
            <a:spLocks noGrp="1"/>
          </p:cNvSpPr>
          <p:nvPr>
            <p:ph type="title"/>
          </p:nvPr>
        </p:nvSpPr>
        <p:spPr>
          <a:xfrm>
            <a:off x="457200" y="228600"/>
            <a:ext cx="8229600" cy="838200"/>
          </a:xfrm>
        </p:spPr>
        <p:txBody>
          <a:bodyPr vert="horz" anchor="t">
            <a:no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4000" b="0" i="0" u="none" strike="noStrike" kern="1200" cap="none" spc="-100" normalizeH="0" baseline="0" noProof="0" dirty="0" smtClean="0">
                <a:ln>
                  <a:noFill/>
                </a:ln>
                <a:solidFill>
                  <a:schemeClr val="accent2">
                    <a:lumMod val="40000"/>
                    <a:lumOff val="60000"/>
                  </a:schemeClr>
                </a:solidFill>
                <a:effectLst/>
                <a:uLnTx/>
                <a:uFillTx/>
                <a:latin typeface="+mj-lt"/>
                <a:ea typeface="+mj-ea"/>
                <a:cs typeface="+mj-cs"/>
              </a:rPr>
              <a:t>INFECTION PREVENTION</a:t>
            </a:r>
            <a:endParaRPr kumimoji="0" lang="en-US" sz="4000" b="0" i="0" u="none" strike="noStrike" kern="1200" cap="none" spc="-100" normalizeH="0" baseline="0" noProof="0" dirty="0" smtClean="0">
              <a:ln>
                <a:noFill/>
              </a:ln>
              <a:solidFill>
                <a:schemeClr val="accent2">
                  <a:lumMod val="40000"/>
                  <a:lumOff val="60000"/>
                </a:schemeClr>
              </a:solidFill>
              <a:effectLst/>
              <a:uLnTx/>
              <a:uFillTx/>
              <a:latin typeface="+mj-lt"/>
              <a:ea typeface="+mj-ea"/>
              <a:cs typeface="+mj-cs"/>
            </a:endParaRPr>
          </a:p>
        </p:txBody>
      </p:sp>
      <p:sp>
        <p:nvSpPr>
          <p:cNvPr id="36867" name="Content Placeholder 2"/>
          <p:cNvSpPr>
            <a:spLocks noGrp="1"/>
          </p:cNvSpPr>
          <p:nvPr>
            <p:ph idx="1"/>
          </p:nvPr>
        </p:nvSpPr>
        <p:spPr>
          <a:xfrm>
            <a:off x="457200" y="1066800"/>
            <a:ext cx="8229600" cy="5059363"/>
          </a:xfrm>
        </p:spPr>
        <p:txBody>
          <a:bodyPr vert="horz" wrap="square" lIns="91440" tIns="45720" rIns="91440" bIns="45720" numCol="1" anchor="t" anchorCtr="0" compatLnSpc="1"/>
          <a:lstStyle/>
          <a:p>
            <a:pPr marL="411480" marR="0" lvl="0" indent="-342900" algn="l" defTabSz="914400" rtl="0" eaLnBrk="1" fontAlgn="base" latinLnBrk="0" hangingPunct="1">
              <a:lnSpc>
                <a:spcPct val="100000"/>
              </a:lnSpc>
              <a:spcBef>
                <a:spcPts val="700"/>
              </a:spcBef>
              <a:spcAft>
                <a:spcPct val="0"/>
              </a:spcAft>
              <a:buClr>
                <a:schemeClr val="tx2"/>
              </a:buClr>
              <a:buSzPct val="95000"/>
              <a:buFont typeface="Arial" panose="020B0604020202020204" pitchFamily="34" charset="0"/>
              <a:buNone/>
              <a:defRPr/>
            </a:pPr>
            <a:r>
              <a:rPr kumimoji="0" lang="en-US" sz="3600" b="1" i="0" u="sng" strike="noStrike" kern="1200" cap="none" spc="0" normalizeH="0" baseline="0" noProof="0" dirty="0" smtClean="0">
                <a:ln>
                  <a:noFill/>
                </a:ln>
                <a:solidFill>
                  <a:schemeClr val="tx2">
                    <a:lumMod val="75000"/>
                  </a:schemeClr>
                </a:solidFill>
                <a:effectLst/>
                <a:uLnTx/>
                <a:uFillTx/>
                <a:latin typeface="+mn-lt"/>
                <a:ea typeface="+mn-ea"/>
                <a:cs typeface="+mn-cs"/>
              </a:rPr>
              <a:t>Principles of aseptic technique</a:t>
            </a:r>
            <a:endParaRPr kumimoji="0" lang="en-US" sz="3600" b="1" i="0" u="sng" strike="noStrike" kern="1200" cap="none" spc="0" normalizeH="0" baseline="0" noProof="0" dirty="0" smtClean="0">
              <a:ln>
                <a:noFill/>
              </a:ln>
              <a:solidFill>
                <a:schemeClr val="tx2">
                  <a:lumMod val="75000"/>
                </a:schemeClr>
              </a:solidFill>
              <a:effectLst/>
              <a:uLnTx/>
              <a:uFillTx/>
              <a:latin typeface="+mn-lt"/>
              <a:ea typeface="+mn-ea"/>
              <a:cs typeface="+mn-cs"/>
            </a:endParaRPr>
          </a:p>
          <a:p>
            <a:pPr marL="411480" marR="0" lvl="0" indent="-342900" algn="l" defTabSz="914400" rtl="0" eaLnBrk="1" fontAlgn="base" latinLnBrk="0" hangingPunct="1">
              <a:lnSpc>
                <a:spcPct val="100000"/>
              </a:lnSpc>
              <a:spcBef>
                <a:spcPts val="700"/>
              </a:spcBef>
              <a:spcAft>
                <a:spcPct val="0"/>
              </a:spcAft>
              <a:buClr>
                <a:schemeClr val="tx2"/>
              </a:buClr>
              <a:buSzPct val="95000"/>
              <a:buFont typeface="Wingdings" panose="05000000000000000000" pitchFamily="2" charset="2"/>
              <a:buChar char=""/>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Micro-organism move through space and air current. Therefore avoid shaking of linen or motion that creates air current on which micro-organisms can be transported</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411480" marR="0" lvl="0" indent="-342900" algn="l" defTabSz="914400" rtl="0" eaLnBrk="1" fontAlgn="base" latinLnBrk="0" hangingPunct="1">
              <a:lnSpc>
                <a:spcPct val="100000"/>
              </a:lnSpc>
              <a:spcBef>
                <a:spcPts val="700"/>
              </a:spcBef>
              <a:spcAft>
                <a:spcPct val="0"/>
              </a:spcAft>
              <a:buClr>
                <a:schemeClr val="tx2"/>
              </a:buClr>
              <a:buSzPct val="95000"/>
              <a:buFont typeface="Wingdings" panose="05000000000000000000" pitchFamily="2" charset="2"/>
              <a:buChar char=""/>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Micro-organisms are transferred from one surface to another whenever non-sterile objects touches another object</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457200" y="838200"/>
            <a:ext cx="8229600" cy="6248400"/>
          </a:xfrm>
        </p:spPr>
        <p:txBody>
          <a:bodyPr vert="horz" wrap="square" lIns="91440" tIns="45720" rIns="91440" bIns="45720" numCol="1" rtlCol="0" anchor="t" anchorCtr="0" compatLnSpc="1">
            <a:normAutofit/>
          </a:bodyPr>
          <a:lstStyle/>
          <a:p>
            <a:pPr marL="274320" marR="0" lvl="0" indent="-274320" algn="l" defTabSz="914400" rtl="0" eaLnBrk="1" fontAlgn="auto" latinLnBrk="0" hangingPunct="1">
              <a:lnSpc>
                <a:spcPct val="100000"/>
              </a:lnSpc>
              <a:spcBef>
                <a:spcPts val="700"/>
              </a:spcBef>
              <a:spcAft>
                <a:spcPts val="0"/>
              </a:spcAft>
              <a:buClr>
                <a:schemeClr val="tx1">
                  <a:shade val="95000"/>
                </a:schemeClr>
              </a:buClr>
              <a:buSzPct val="95000"/>
              <a:buFont typeface="Arial" panose="020B0604020202020204" pitchFamily="34" charset="0"/>
              <a:buChar char="•"/>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Micro-organisms move slowly on dry surfaces but very quickly through moisture</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274320" marR="0" lvl="0" indent="-274320" algn="l" defTabSz="914400" rtl="0" eaLnBrk="1" fontAlgn="auto" latinLnBrk="0" hangingPunct="1">
              <a:lnSpc>
                <a:spcPct val="100000"/>
              </a:lnSpc>
              <a:spcBef>
                <a:spcPts val="700"/>
              </a:spcBef>
              <a:spcAft>
                <a:spcPts val="0"/>
              </a:spcAft>
              <a:buClr>
                <a:schemeClr val="tx1">
                  <a:shade val="95000"/>
                </a:schemeClr>
              </a:buClr>
              <a:buSzPct val="95000"/>
              <a:buFont typeface="Arial" panose="020B0604020202020204" pitchFamily="34" charset="0"/>
              <a:buChar char="•"/>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Micro-organisms are transferred through gravity when an object is held above the other i.e.  avoid passing dirty objects over clean ones</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274320" marR="0" lvl="0" indent="-274320" algn="l" defTabSz="914400" rtl="0" eaLnBrk="1" fontAlgn="auto" latinLnBrk="0" hangingPunct="1">
              <a:lnSpc>
                <a:spcPct val="100000"/>
              </a:lnSpc>
              <a:spcBef>
                <a:spcPts val="700"/>
              </a:spcBef>
              <a:spcAft>
                <a:spcPts val="0"/>
              </a:spcAft>
              <a:buClr>
                <a:schemeClr val="tx1">
                  <a:shade val="95000"/>
                </a:schemeClr>
              </a:buClr>
              <a:buSzPct val="95000"/>
              <a:buFont typeface="Arial" panose="020B0604020202020204" pitchFamily="34" charset="0"/>
              <a:buChar char="•"/>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Micro-organisms are passed into the air through droplet nuclei when a person breathes, speaks or pits</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0" y="0"/>
            <a:ext cx="9144000" cy="6356350"/>
          </a:xfrm>
        </p:spPr>
        <p:txBody>
          <a:bodyPr vert="horz" wrap="square" lIns="91440" tIns="45720" rIns="91440" bIns="45720" numCol="1" anchor="t" anchorCtr="0" compatLnSpc="1"/>
          <a:lstStyle/>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Wingdings" panose="05000000000000000000" pitchFamily="2" charset="2"/>
              <a:buChar char=""/>
              <a:defRPr/>
            </a:pPr>
            <a:r>
              <a:rPr kumimoji="0" lang="en-US" sz="4000" b="0" i="0" u="none" strike="noStrike" kern="1200" cap="none" spc="0" normalizeH="0" baseline="0" noProof="0" dirty="0" smtClean="0">
                <a:ln>
                  <a:noFill/>
                </a:ln>
                <a:solidFill>
                  <a:srgbClr val="FFFF00"/>
                </a:solidFill>
                <a:effectLst/>
                <a:uLnTx/>
                <a:uFillTx/>
                <a:latin typeface="+mn-lt"/>
                <a:ea typeface="+mn-ea"/>
                <a:cs typeface="+mn-cs"/>
              </a:rPr>
              <a:t>Because micro-organisms are in constant motion in a variety of ways, sterile areas must be protected by maintaining margins of safety of not less than 30cm,and also when passing by</a:t>
            </a:r>
            <a:endParaRPr kumimoji="0" lang="en-US" sz="40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Wingdings" panose="05000000000000000000" pitchFamily="2" charset="2"/>
              <a:buChar char=""/>
              <a:defRPr/>
            </a:pPr>
            <a:r>
              <a:rPr kumimoji="0" lang="en-US" sz="4000" b="0" i="0" u="none" strike="noStrike" kern="1200" cap="none" spc="0" normalizeH="0" baseline="0" noProof="0" dirty="0" smtClean="0">
                <a:ln>
                  <a:noFill/>
                </a:ln>
                <a:solidFill>
                  <a:srgbClr val="FFFF00"/>
                </a:solidFill>
                <a:effectLst/>
                <a:uLnTx/>
                <a:uFillTx/>
                <a:latin typeface="+mn-lt"/>
                <a:ea typeface="+mn-ea"/>
                <a:cs typeface="+mn-cs"/>
              </a:rPr>
              <a:t>Proper hand washing removes many micro-organisms that would be transferred by the hands from one place to another</a:t>
            </a:r>
            <a:endParaRPr kumimoji="0" lang="en-US" sz="4000" b="0" i="0" u="none" strike="noStrike" kern="1200" cap="none" spc="0" normalizeH="0" baseline="0" noProof="0" dirty="0" smtClean="0">
              <a:ln>
                <a:noFill/>
              </a:ln>
              <a:solidFill>
                <a:srgbClr val="FFFF00"/>
              </a:solidFill>
              <a:effectLst/>
              <a:uLnTx/>
              <a:uFillTx/>
              <a:latin typeface="+mn-lt"/>
              <a:ea typeface="+mn-ea"/>
              <a:cs typeface="+mn-cs"/>
            </a:endParaRPr>
          </a:p>
          <a:p>
            <a:pPr marL="274320" marR="0" lvl="0" indent="-274320" algn="l" defTabSz="914400" rtl="0" eaLnBrk="1" fontAlgn="auto" latinLnBrk="0" hangingPunct="1">
              <a:lnSpc>
                <a:spcPct val="100000"/>
              </a:lnSpc>
              <a:spcBef>
                <a:spcPts val="700"/>
              </a:spcBef>
              <a:spcAft>
                <a:spcPts val="0"/>
              </a:spcAft>
              <a:buClr>
                <a:schemeClr val="tx1">
                  <a:shade val="95000"/>
                </a:schemeClr>
              </a:buClr>
              <a:buSzPct val="95000"/>
              <a:buFont typeface="Arial" panose="020B0604020202020204" pitchFamily="34" charset="0"/>
              <a:buChar char="•"/>
              <a:defRPr/>
            </a:pPr>
            <a:endParaRPr kumimoji="0" lang="en-US" sz="3000" b="0" i="0" u="none" strike="noStrike" kern="1200" cap="none" spc="0" normalizeH="0" baseline="0" noProof="0" dirty="0" smtClean="0">
              <a:ln>
                <a:noFill/>
              </a:ln>
              <a:solidFill>
                <a:srgbClr val="FFFF00"/>
              </a:solidFill>
              <a:effectLst/>
              <a:uLnTx/>
              <a:uFillTx/>
              <a:latin typeface="+mn-lt"/>
              <a:ea typeface="+mn-ea"/>
              <a:cs typeface="+mn-cs"/>
            </a:endParaRPr>
          </a:p>
          <a:p>
            <a:pPr marL="411480" marR="0" lvl="0" indent="-342900" algn="l" defTabSz="914400" rtl="0" eaLnBrk="0" fontAlgn="base" latinLnBrk="0" hangingPunct="0">
              <a:lnSpc>
                <a:spcPct val="100000"/>
              </a:lnSpc>
              <a:spcBef>
                <a:spcPts val="700"/>
              </a:spcBef>
              <a:spcAft>
                <a:spcPct val="0"/>
              </a:spcAft>
              <a:buClr>
                <a:schemeClr val="tx2"/>
              </a:buClr>
              <a:buSzPct val="95000"/>
              <a:buFont typeface="Wingdings" panose="05000000000000000000" pitchFamily="2" charset="2"/>
              <a:buChar char=""/>
              <a:defRPr/>
            </a:pPr>
            <a:endParaRPr kumimoji="0" lang="en-US" sz="30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Title 1"/>
          <p:cNvSpPr>
            <a:spLocks noGrp="1"/>
          </p:cNvSpPr>
          <p:nvPr>
            <p:ph type="title"/>
          </p:nvPr>
        </p:nvSpPr>
        <p:spPr/>
        <p:txBody>
          <a:bodyPr vert="horz" anchor="t">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4000" b="0" i="0" u="none" strike="noStrike" kern="1200" cap="none" spc="-100" normalizeH="0" baseline="0" noProof="0" dirty="0" smtClean="0">
                <a:ln>
                  <a:noFill/>
                </a:ln>
                <a:solidFill>
                  <a:schemeClr val="accent2">
                    <a:lumMod val="40000"/>
                    <a:lumOff val="60000"/>
                  </a:schemeClr>
                </a:solidFill>
                <a:effectLst/>
                <a:uLnTx/>
                <a:uFillTx/>
                <a:latin typeface="+mj-lt"/>
                <a:ea typeface="+mj-ea"/>
                <a:cs typeface="+mj-cs"/>
              </a:rPr>
              <a:t>Preparation of the operating room</a:t>
            </a:r>
            <a:endParaRPr kumimoji="0" lang="en-US" sz="4000" b="0" i="0" u="none" strike="noStrike" kern="1200" cap="none" spc="-100" normalizeH="0" baseline="0" noProof="0" dirty="0" smtClean="0">
              <a:ln>
                <a:noFill/>
              </a:ln>
              <a:solidFill>
                <a:schemeClr val="accent2">
                  <a:lumMod val="40000"/>
                  <a:lumOff val="60000"/>
                </a:schemeClr>
              </a:solidFill>
              <a:effectLst/>
              <a:uLnTx/>
              <a:uFillTx/>
              <a:latin typeface="+mj-lt"/>
              <a:ea typeface="+mj-ea"/>
              <a:cs typeface="+mj-cs"/>
            </a:endParaRPr>
          </a:p>
        </p:txBody>
      </p:sp>
      <p:sp>
        <p:nvSpPr>
          <p:cNvPr id="46083" name="Content Placeholder 2"/>
          <p:cNvSpPr>
            <a:spLocks noGrp="1"/>
          </p:cNvSpPr>
          <p:nvPr>
            <p:ph idx="1"/>
          </p:nvPr>
        </p:nvSpPr>
        <p:spPr>
          <a:xfrm>
            <a:off x="457200" y="1524000"/>
            <a:ext cx="8686800" cy="4949825"/>
          </a:xfrm>
          <a:ln/>
        </p:spPr>
        <p:txBody>
          <a:bodyPr vert="horz" wrap="square" lIns="91440" tIns="45720" rIns="91440" bIns="45720" anchor="t" anchorCtr="0"/>
          <a:p>
            <a:pPr eaLnBrk="1" hangingPunct="1"/>
            <a:r>
              <a:rPr sz="3600" dirty="0">
                <a:solidFill>
                  <a:srgbClr val="FFFF00"/>
                </a:solidFill>
              </a:rPr>
              <a:t>Theatre room has to be cleaned every morning with soap and water and a disinfection</a:t>
            </a:r>
            <a:endParaRPr sz="3600" dirty="0">
              <a:solidFill>
                <a:srgbClr val="FFFF00"/>
              </a:solidFill>
            </a:endParaRPr>
          </a:p>
          <a:p>
            <a:pPr eaLnBrk="1" hangingPunct="1"/>
            <a:r>
              <a:rPr sz="3600" dirty="0">
                <a:solidFill>
                  <a:srgbClr val="FFFF00"/>
                </a:solidFill>
              </a:rPr>
              <a:t>High dusting of walls, trolleys , drip stands , operating tables and equipment should be done every morning</a:t>
            </a:r>
            <a:endParaRPr sz="3600" dirty="0">
              <a:solidFill>
                <a:srgbClr val="FFFF00"/>
              </a:solidFill>
            </a:endParaRPr>
          </a:p>
          <a:p>
            <a:pPr eaLnBrk="1" hangingPunct="1"/>
            <a:r>
              <a:rPr sz="3600" dirty="0">
                <a:solidFill>
                  <a:srgbClr val="FFFF00"/>
                </a:solidFill>
              </a:rPr>
              <a:t>Drying the theatre table and placing it below the overhead operating lights</a:t>
            </a:r>
            <a:endParaRPr sz="3600" dirty="0">
              <a:solidFill>
                <a:srgbClr val="FFFF00"/>
              </a:solidFill>
            </a:endParaRPr>
          </a:p>
          <a:p>
            <a:pPr eaLnBrk="1" hangingPunct="1"/>
            <a:endParaRPr dirty="0">
              <a:solidFill>
                <a:srgbClr val="FFFF00"/>
              </a:solidFill>
            </a:endParaRPr>
          </a:p>
          <a:p>
            <a:pPr eaLnBrk="1" hangingPunct="1"/>
            <a:endParaRPr dirty="0">
              <a:solidFill>
                <a:srgbClr val="FFFF00"/>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Content Placeholder 2"/>
          <p:cNvSpPr>
            <a:spLocks noGrp="1"/>
          </p:cNvSpPr>
          <p:nvPr>
            <p:ph idx="1"/>
          </p:nvPr>
        </p:nvSpPr>
        <p:spPr>
          <a:xfrm>
            <a:off x="457200" y="533400"/>
            <a:ext cx="8686800" cy="5592763"/>
          </a:xfrm>
          <a:ln/>
        </p:spPr>
        <p:txBody>
          <a:bodyPr vert="horz" wrap="square" lIns="91440" tIns="45720" rIns="91440" bIns="45720" anchor="t" anchorCtr="0"/>
          <a:p>
            <a:pPr eaLnBrk="1" hangingPunct="1"/>
            <a:r>
              <a:rPr sz="4000" dirty="0">
                <a:solidFill>
                  <a:srgbClr val="FFFF00"/>
                </a:solidFill>
              </a:rPr>
              <a:t>Keeping a clean drape on the theatre table</a:t>
            </a:r>
            <a:endParaRPr sz="4000" dirty="0">
              <a:solidFill>
                <a:srgbClr val="FFFF00"/>
              </a:solidFill>
            </a:endParaRPr>
          </a:p>
          <a:p>
            <a:pPr eaLnBrk="1" hangingPunct="1"/>
            <a:r>
              <a:rPr sz="4000" dirty="0">
                <a:solidFill>
                  <a:srgbClr val="FFFF00"/>
                </a:solidFill>
              </a:rPr>
              <a:t>Set the anesthetic machine to ensure it is in good working condition</a:t>
            </a:r>
            <a:endParaRPr sz="4000" dirty="0">
              <a:solidFill>
                <a:srgbClr val="FFFF00"/>
              </a:solidFill>
            </a:endParaRPr>
          </a:p>
          <a:p>
            <a:pPr eaLnBrk="1" hangingPunct="1"/>
            <a:r>
              <a:rPr sz="4000" dirty="0">
                <a:solidFill>
                  <a:srgbClr val="FFFF00"/>
                </a:solidFill>
              </a:rPr>
              <a:t>Order the operating equipments from the sterilizing room</a:t>
            </a:r>
            <a:endParaRPr sz="4000" dirty="0">
              <a:solidFill>
                <a:srgbClr val="FFFF00"/>
              </a:solidFill>
            </a:endParaRPr>
          </a:p>
          <a:p>
            <a:pPr eaLnBrk="1" hangingPunct="1"/>
            <a:r>
              <a:rPr sz="4000" dirty="0">
                <a:solidFill>
                  <a:srgbClr val="FFFF00"/>
                </a:solidFill>
              </a:rPr>
              <a:t>Taking of the swabs from time to time</a:t>
            </a:r>
            <a:endParaRPr sz="4000" dirty="0">
              <a:solidFill>
                <a:srgbClr val="FFFF00"/>
              </a:solidFill>
            </a:endParaRPr>
          </a:p>
          <a:p>
            <a:pPr eaLnBrk="1" hangingPunct="1">
              <a:buFont typeface="Arial" panose="020B0604020202020204" pitchFamily="34" charset="0"/>
              <a:buNone/>
            </a:pPr>
            <a:r>
              <a:rPr dirty="0">
                <a:solidFill>
                  <a:srgbClr val="FFFF00"/>
                </a:solidFill>
              </a:rPr>
              <a:t> </a:t>
            </a:r>
            <a:endParaRPr dirty="0">
              <a:solidFill>
                <a:srgbClr val="FFFF00"/>
              </a:solidFill>
            </a:endParaRPr>
          </a:p>
          <a:p>
            <a:pPr eaLnBrk="1" hangingPunct="1"/>
            <a:endParaRPr dirty="0">
              <a:solidFill>
                <a:srgbClr val="FFFF00"/>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Title 1"/>
          <p:cNvSpPr>
            <a:spLocks noGrp="1"/>
          </p:cNvSpPr>
          <p:nvPr>
            <p:ph type="title"/>
          </p:nvPr>
        </p:nvSpPr>
        <p:spPr/>
        <p:txBody>
          <a:bodyPr vert="horz" anchor="t">
            <a:no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4000" b="0" i="0" u="none" strike="noStrike" kern="1200" cap="none" spc="-100" normalizeH="0" baseline="0" noProof="0" dirty="0" smtClean="0">
                <a:ln>
                  <a:noFill/>
                </a:ln>
                <a:solidFill>
                  <a:schemeClr val="accent2">
                    <a:lumMod val="40000"/>
                    <a:lumOff val="60000"/>
                  </a:schemeClr>
                </a:solidFill>
                <a:effectLst/>
                <a:uLnTx/>
                <a:uFillTx/>
                <a:latin typeface="+mj-lt"/>
                <a:ea typeface="+mj-ea"/>
                <a:cs typeface="+mj-cs"/>
              </a:rPr>
              <a:t>Preparation of the nurse</a:t>
            </a:r>
            <a:endParaRPr kumimoji="0" lang="en-US" sz="4000" b="0" i="0" u="none" strike="noStrike" kern="1200" cap="none" spc="-100" normalizeH="0" baseline="0" noProof="0" dirty="0" smtClean="0">
              <a:ln>
                <a:noFill/>
              </a:ln>
              <a:solidFill>
                <a:schemeClr val="accent2">
                  <a:lumMod val="40000"/>
                  <a:lumOff val="60000"/>
                </a:schemeClr>
              </a:solidFill>
              <a:effectLst/>
              <a:uLnTx/>
              <a:uFillTx/>
              <a:latin typeface="+mj-lt"/>
              <a:ea typeface="+mj-ea"/>
              <a:cs typeface="+mj-cs"/>
            </a:endParaRPr>
          </a:p>
        </p:txBody>
      </p:sp>
      <p:sp>
        <p:nvSpPr>
          <p:cNvPr id="40963" name="Content Placeholder 2"/>
          <p:cNvSpPr>
            <a:spLocks noGrp="1"/>
          </p:cNvSpPr>
          <p:nvPr>
            <p:ph idx="1"/>
          </p:nvPr>
        </p:nvSpPr>
        <p:spPr>
          <a:xfrm>
            <a:off x="609600" y="1784350"/>
            <a:ext cx="8077200" cy="4572000"/>
          </a:xfrm>
        </p:spPr>
        <p:txBody>
          <a:bodyPr vert="horz" wrap="square" lIns="91440" tIns="45720" rIns="91440" bIns="45720" numCol="1" anchor="t" anchorCtr="0" compatLnSpc="1"/>
          <a:lstStyle/>
          <a:p>
            <a:pPr marL="411480" marR="0" lvl="0" indent="-342900" algn="l" defTabSz="914400" rtl="0" eaLnBrk="1" fontAlgn="base" latinLnBrk="0" hangingPunct="1">
              <a:lnSpc>
                <a:spcPct val="100000"/>
              </a:lnSpc>
              <a:spcBef>
                <a:spcPts val="700"/>
              </a:spcBef>
              <a:spcAft>
                <a:spcPct val="0"/>
              </a:spcAft>
              <a:buClr>
                <a:schemeClr val="tx2"/>
              </a:buClr>
              <a:buSzPct val="95000"/>
              <a:buFont typeface="Wingdings" panose="05000000000000000000" pitchFamily="2" charset="2"/>
              <a:buChar char=""/>
              <a:defRPr/>
            </a:pPr>
            <a:r>
              <a:rPr kumimoji="0" lang="en-US" sz="3200" b="0" i="0" u="none" strike="noStrike" kern="1200" cap="none" spc="0" normalizeH="0" baseline="0" noProof="0" dirty="0" smtClean="0">
                <a:ln>
                  <a:noFill/>
                </a:ln>
                <a:solidFill>
                  <a:srgbClr val="FFFF00"/>
                </a:solidFill>
                <a:effectLst/>
                <a:uLnTx/>
                <a:uFillTx/>
                <a:latin typeface="+mn-lt"/>
                <a:ea typeface="+mn-ea"/>
                <a:cs typeface="+mn-cs"/>
              </a:rPr>
              <a:t>Go straight to the changing room and change to theatre attire and boots</a:t>
            </a:r>
            <a:endParaRPr kumimoji="0" lang="en-US" sz="3200" b="0" i="0" u="none" strike="noStrike" kern="1200" cap="none" spc="0" normalizeH="0" baseline="0" noProof="0" dirty="0" smtClean="0">
              <a:ln>
                <a:noFill/>
              </a:ln>
              <a:solidFill>
                <a:srgbClr val="FFFF00"/>
              </a:solidFill>
              <a:effectLst/>
              <a:uLnTx/>
              <a:uFillTx/>
              <a:latin typeface="+mn-lt"/>
              <a:ea typeface="+mn-ea"/>
              <a:cs typeface="+mn-cs"/>
            </a:endParaRPr>
          </a:p>
          <a:p>
            <a:pPr marL="411480" marR="0" lvl="0" indent="-342900" algn="l" defTabSz="914400" rtl="0" eaLnBrk="1" fontAlgn="base" latinLnBrk="0" hangingPunct="1">
              <a:lnSpc>
                <a:spcPct val="100000"/>
              </a:lnSpc>
              <a:spcBef>
                <a:spcPts val="700"/>
              </a:spcBef>
              <a:spcAft>
                <a:spcPct val="0"/>
              </a:spcAft>
              <a:buClr>
                <a:schemeClr val="tx2"/>
              </a:buClr>
              <a:buSzPct val="95000"/>
              <a:buFont typeface="Wingdings" panose="05000000000000000000" pitchFamily="2" charset="2"/>
              <a:buChar char=""/>
              <a:defRPr/>
            </a:pPr>
            <a:r>
              <a:rPr kumimoji="0" lang="en-US" sz="3200" b="0" i="0" u="none" strike="noStrike" kern="1200" cap="none" spc="0" normalizeH="0" baseline="0" noProof="0" dirty="0" smtClean="0">
                <a:ln>
                  <a:noFill/>
                </a:ln>
                <a:solidFill>
                  <a:srgbClr val="FFFF00"/>
                </a:solidFill>
                <a:effectLst/>
                <a:uLnTx/>
                <a:uFillTx/>
                <a:latin typeface="+mn-lt"/>
                <a:ea typeface="+mn-ea"/>
                <a:cs typeface="+mn-cs"/>
              </a:rPr>
              <a:t>Cover the head with a head cap</a:t>
            </a:r>
            <a:endParaRPr kumimoji="0" lang="en-US" sz="3200" b="0" i="0" u="none" strike="noStrike" kern="1200" cap="none" spc="0" normalizeH="0" baseline="0" noProof="0" dirty="0" smtClean="0">
              <a:ln>
                <a:noFill/>
              </a:ln>
              <a:solidFill>
                <a:srgbClr val="FFFF00"/>
              </a:solidFill>
              <a:effectLst/>
              <a:uLnTx/>
              <a:uFillTx/>
              <a:latin typeface="+mn-lt"/>
              <a:ea typeface="+mn-ea"/>
              <a:cs typeface="+mn-cs"/>
            </a:endParaRPr>
          </a:p>
          <a:p>
            <a:pPr marL="411480" marR="0" lvl="0" indent="-342900" algn="l" defTabSz="914400" rtl="0" eaLnBrk="1" fontAlgn="base" latinLnBrk="0" hangingPunct="1">
              <a:lnSpc>
                <a:spcPct val="100000"/>
              </a:lnSpc>
              <a:spcBef>
                <a:spcPts val="700"/>
              </a:spcBef>
              <a:spcAft>
                <a:spcPct val="0"/>
              </a:spcAft>
              <a:buClr>
                <a:schemeClr val="tx2"/>
              </a:buClr>
              <a:buSzPct val="95000"/>
              <a:buFont typeface="Wingdings" panose="05000000000000000000" pitchFamily="2" charset="2"/>
              <a:buChar char=""/>
              <a:defRPr/>
            </a:pPr>
            <a:r>
              <a:rPr kumimoji="0" lang="en-US" sz="3200" b="0" i="0" u="none" strike="noStrike" kern="1200" cap="none" spc="0" normalizeH="0" baseline="0" noProof="0" dirty="0" smtClean="0">
                <a:ln>
                  <a:noFill/>
                </a:ln>
                <a:solidFill>
                  <a:srgbClr val="FFFF00"/>
                </a:solidFill>
                <a:effectLst/>
                <a:uLnTx/>
                <a:uFillTx/>
                <a:latin typeface="+mn-lt"/>
                <a:ea typeface="+mn-ea"/>
                <a:cs typeface="+mn-cs"/>
              </a:rPr>
              <a:t>Avoid movements in and out of theatre</a:t>
            </a:r>
            <a:endParaRPr kumimoji="0" lang="en-US" sz="3200" b="0" i="0" u="none" strike="noStrike" kern="1200" cap="none" spc="0" normalizeH="0" baseline="0" noProof="0" dirty="0" smtClean="0">
              <a:ln>
                <a:noFill/>
              </a:ln>
              <a:solidFill>
                <a:srgbClr val="FFFF00"/>
              </a:solidFill>
              <a:effectLst/>
              <a:uLnTx/>
              <a:uFillTx/>
              <a:latin typeface="+mn-lt"/>
              <a:ea typeface="+mn-ea"/>
              <a:cs typeface="+mn-cs"/>
            </a:endParaRPr>
          </a:p>
          <a:p>
            <a:pPr marL="411480" marR="0" lvl="0" indent="-342900" algn="l" defTabSz="914400" rtl="0" eaLnBrk="1" fontAlgn="base" latinLnBrk="0" hangingPunct="1">
              <a:lnSpc>
                <a:spcPct val="100000"/>
              </a:lnSpc>
              <a:spcBef>
                <a:spcPts val="700"/>
              </a:spcBef>
              <a:spcAft>
                <a:spcPct val="0"/>
              </a:spcAft>
              <a:buClr>
                <a:schemeClr val="tx2"/>
              </a:buClr>
              <a:buSzPct val="95000"/>
              <a:buFont typeface="Wingdings" panose="05000000000000000000" pitchFamily="2" charset="2"/>
              <a:buChar char=""/>
              <a:defRPr/>
            </a:pPr>
            <a:r>
              <a:rPr kumimoji="0" lang="en-US" sz="3200" b="0" i="0" u="none" strike="noStrike" kern="1200" cap="none" spc="0" normalizeH="0" baseline="0" noProof="0" dirty="0" smtClean="0">
                <a:ln>
                  <a:noFill/>
                </a:ln>
                <a:solidFill>
                  <a:srgbClr val="FFFF00"/>
                </a:solidFill>
                <a:effectLst/>
                <a:uLnTx/>
                <a:uFillTx/>
                <a:latin typeface="+mn-lt"/>
                <a:ea typeface="+mn-ea"/>
                <a:cs typeface="+mn-cs"/>
              </a:rPr>
              <a:t>If this happens change into new theatre attire</a:t>
            </a:r>
            <a:endParaRPr kumimoji="0" lang="en-US" sz="3200" b="0" i="0" u="none" strike="noStrike" kern="1200" cap="none" spc="0" normalizeH="0" baseline="0" noProof="0" dirty="0" smtClean="0">
              <a:ln>
                <a:noFill/>
              </a:ln>
              <a:solidFill>
                <a:srgbClr val="FFFF00"/>
              </a:solidFill>
              <a:effectLst/>
              <a:uLnTx/>
              <a:uFillTx/>
              <a:latin typeface="+mn-lt"/>
              <a:ea typeface="+mn-ea"/>
              <a:cs typeface="+mn-cs"/>
            </a:endParaRPr>
          </a:p>
          <a:p>
            <a:pPr marL="411480" marR="0" lvl="0" indent="-342900" algn="l" defTabSz="914400" rtl="0" eaLnBrk="1" fontAlgn="base" latinLnBrk="0" hangingPunct="1">
              <a:lnSpc>
                <a:spcPct val="100000"/>
              </a:lnSpc>
              <a:spcBef>
                <a:spcPts val="700"/>
              </a:spcBef>
              <a:spcAft>
                <a:spcPct val="0"/>
              </a:spcAft>
              <a:buClr>
                <a:schemeClr val="tx2"/>
              </a:buClr>
              <a:buSzPct val="95000"/>
              <a:buFont typeface="Arial" panose="020B0604020202020204" pitchFamily="34" charset="0"/>
              <a:buNone/>
              <a:defRPr/>
            </a:pPr>
            <a:r>
              <a:rPr kumimoji="0" lang="en-US" sz="3200" b="0" i="0" u="none" strike="noStrike" kern="1200" cap="none" spc="0" normalizeH="0" baseline="0" noProof="0" dirty="0" smtClean="0">
                <a:ln>
                  <a:noFill/>
                </a:ln>
                <a:solidFill>
                  <a:schemeClr val="tx2">
                    <a:lumMod val="75000"/>
                  </a:schemeClr>
                </a:solidFill>
                <a:effectLst/>
                <a:uLnTx/>
                <a:uFillTx/>
                <a:latin typeface="+mn-lt"/>
                <a:ea typeface="+mn-ea"/>
                <a:cs typeface="+mn-cs"/>
              </a:rPr>
              <a:t>NB– If you have a respiratory infection you are advised not to get to the operating room</a:t>
            </a:r>
            <a:endParaRPr kumimoji="0" lang="en-US" sz="3200" b="0" i="0" u="none" strike="noStrike" kern="1200" cap="none" spc="0" normalizeH="0" baseline="0" noProof="0" dirty="0" smtClean="0">
              <a:ln>
                <a:noFill/>
              </a:ln>
              <a:solidFill>
                <a:schemeClr val="tx2">
                  <a:lumMod val="75000"/>
                </a:schemeClr>
              </a:solidFill>
              <a:effectLst/>
              <a:uLnTx/>
              <a:uFillTx/>
              <a:latin typeface="+mn-lt"/>
              <a:ea typeface="+mn-ea"/>
              <a:cs typeface="+mn-c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Title 1"/>
          <p:cNvSpPr>
            <a:spLocks noGrp="1"/>
          </p:cNvSpPr>
          <p:nvPr>
            <p:ph type="title"/>
          </p:nvPr>
        </p:nvSpPr>
        <p:spPr/>
        <p:txBody>
          <a:bodyPr vert="horz" anchor="t">
            <a:no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4000" b="0" i="0" u="none" strike="noStrike" kern="1200" cap="none" spc="-100" normalizeH="0" baseline="0" noProof="0" dirty="0" smtClean="0">
                <a:ln>
                  <a:noFill/>
                </a:ln>
                <a:solidFill>
                  <a:schemeClr val="accent2">
                    <a:lumMod val="40000"/>
                    <a:lumOff val="60000"/>
                  </a:schemeClr>
                </a:solidFill>
                <a:effectLst/>
                <a:uLnTx/>
                <a:uFillTx/>
                <a:latin typeface="+mj-lt"/>
                <a:ea typeface="+mj-ea"/>
                <a:cs typeface="+mj-cs"/>
              </a:rPr>
              <a:t>scrubbing</a:t>
            </a:r>
            <a:endParaRPr kumimoji="0" lang="en-US" sz="4000" b="0" i="0" u="none" strike="noStrike" kern="1200" cap="none" spc="-100" normalizeH="0" baseline="0" noProof="0" dirty="0" smtClean="0">
              <a:ln>
                <a:noFill/>
              </a:ln>
              <a:solidFill>
                <a:schemeClr val="accent2">
                  <a:lumMod val="40000"/>
                  <a:lumOff val="60000"/>
                </a:schemeClr>
              </a:solidFill>
              <a:effectLst/>
              <a:uLnTx/>
              <a:uFillTx/>
              <a:latin typeface="+mj-lt"/>
              <a:ea typeface="+mj-ea"/>
              <a:cs typeface="+mj-cs"/>
            </a:endParaRPr>
          </a:p>
        </p:txBody>
      </p:sp>
      <p:sp>
        <p:nvSpPr>
          <p:cNvPr id="49155" name="Content Placeholder 2"/>
          <p:cNvSpPr>
            <a:spLocks noGrp="1"/>
          </p:cNvSpPr>
          <p:nvPr>
            <p:ph idx="1"/>
          </p:nvPr>
        </p:nvSpPr>
        <p:spPr>
          <a:xfrm>
            <a:off x="609600" y="1219200"/>
            <a:ext cx="8534400" cy="5137150"/>
          </a:xfrm>
          <a:ln/>
        </p:spPr>
        <p:txBody>
          <a:bodyPr vert="horz" wrap="square" lIns="91440" tIns="45720" rIns="91440" bIns="45720" anchor="t" anchorCtr="0"/>
          <a:p>
            <a:pPr eaLnBrk="1" hangingPunct="1"/>
            <a:r>
              <a:rPr sz="3600" dirty="0">
                <a:solidFill>
                  <a:srgbClr val="FFFF00"/>
                </a:solidFill>
              </a:rPr>
              <a:t>This is done to remove micro- organisms from the forearms by mechanical washing and chemical disinfections before taking part in the surgical procedure.</a:t>
            </a:r>
            <a:endParaRPr sz="3600" dirty="0">
              <a:solidFill>
                <a:srgbClr val="FFFF00"/>
              </a:solidFill>
            </a:endParaRPr>
          </a:p>
          <a:p>
            <a:pPr eaLnBrk="1" hangingPunct="1"/>
            <a:r>
              <a:rPr sz="3600" dirty="0">
                <a:solidFill>
                  <a:srgbClr val="FFFF00"/>
                </a:solidFill>
              </a:rPr>
              <a:t>This helps prevent the possibility of the patient being contaminated by bacteria from the hands and arms</a:t>
            </a:r>
            <a:endParaRPr sz="3600" dirty="0">
              <a:solidFill>
                <a:srgbClr val="FFFF00"/>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Content Placeholder 2"/>
          <p:cNvSpPr>
            <a:spLocks noGrp="1"/>
          </p:cNvSpPr>
          <p:nvPr>
            <p:ph idx="1"/>
          </p:nvPr>
        </p:nvSpPr>
        <p:spPr>
          <a:xfrm>
            <a:off x="457200" y="609600"/>
            <a:ext cx="8229600" cy="5516563"/>
          </a:xfrm>
        </p:spPr>
        <p:txBody>
          <a:bodyPr vert="horz" wrap="square" lIns="91440" tIns="45720" rIns="91440" bIns="45720" numCol="1" anchor="t" anchorCtr="0" compatLnSpc="1"/>
          <a:lstStyle/>
          <a:p>
            <a:pPr marL="411480" marR="0" lvl="0" indent="-342900" algn="l" defTabSz="914400" rtl="0" eaLnBrk="1" fontAlgn="base" latinLnBrk="0" hangingPunct="1">
              <a:lnSpc>
                <a:spcPct val="100000"/>
              </a:lnSpc>
              <a:spcBef>
                <a:spcPts val="700"/>
              </a:spcBef>
              <a:spcAft>
                <a:spcPct val="0"/>
              </a:spcAft>
              <a:buClr>
                <a:schemeClr val="tx2"/>
              </a:buClr>
              <a:buSzPct val="95000"/>
              <a:buFont typeface="Arial" panose="020B0604020202020204" pitchFamily="34" charset="0"/>
              <a:buNone/>
              <a:defRPr/>
            </a:pPr>
            <a:r>
              <a:rPr kumimoji="0" lang="en-US" sz="3600" b="0" i="0" u="none" strike="noStrike" kern="1200" cap="none" spc="0" normalizeH="0" baseline="0" noProof="0" dirty="0" smtClean="0">
                <a:ln>
                  <a:noFill/>
                </a:ln>
                <a:solidFill>
                  <a:schemeClr val="tx2">
                    <a:lumMod val="75000"/>
                  </a:schemeClr>
                </a:solidFill>
                <a:effectLst/>
                <a:uLnTx/>
                <a:uFillTx/>
                <a:latin typeface="+mn-lt"/>
                <a:ea typeface="+mn-ea"/>
                <a:cs typeface="+mn-cs"/>
              </a:rPr>
              <a:t>-It involves the following</a:t>
            </a:r>
            <a:endParaRPr kumimoji="0" lang="en-US" sz="3600" b="0" i="0" u="none" strike="noStrike" kern="1200" cap="none" spc="0" normalizeH="0" baseline="0" noProof="0" dirty="0" smtClean="0">
              <a:ln>
                <a:noFill/>
              </a:ln>
              <a:solidFill>
                <a:schemeClr val="tx2">
                  <a:lumMod val="75000"/>
                </a:schemeClr>
              </a:solidFill>
              <a:effectLst/>
              <a:uLnTx/>
              <a:uFillTx/>
              <a:latin typeface="+mn-lt"/>
              <a:ea typeface="+mn-ea"/>
              <a:cs typeface="+mn-cs"/>
            </a:endParaRPr>
          </a:p>
          <a:p>
            <a:pPr marL="411480" marR="0" lvl="0" indent="-342900" algn="l" defTabSz="914400" rtl="0" eaLnBrk="1" fontAlgn="base" latinLnBrk="0" hangingPunct="1">
              <a:lnSpc>
                <a:spcPct val="100000"/>
              </a:lnSpc>
              <a:spcBef>
                <a:spcPts val="700"/>
              </a:spcBef>
              <a:spcAft>
                <a:spcPct val="0"/>
              </a:spcAft>
              <a:buClr>
                <a:schemeClr val="tx2"/>
              </a:buClr>
              <a:buSzPct val="95000"/>
              <a:buFont typeface="Wingdings" panose="05000000000000000000" pitchFamily="2" charset="2"/>
              <a:buChar char=""/>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The theatre suit should have the top/shirt tidily tucked in</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411480" marR="0" lvl="0" indent="-342900" algn="l" defTabSz="914400" rtl="0" eaLnBrk="1" fontAlgn="base" latinLnBrk="0" hangingPunct="1">
              <a:lnSpc>
                <a:spcPct val="100000"/>
              </a:lnSpc>
              <a:spcBef>
                <a:spcPts val="700"/>
              </a:spcBef>
              <a:spcAft>
                <a:spcPct val="0"/>
              </a:spcAft>
              <a:buClr>
                <a:schemeClr val="tx2"/>
              </a:buClr>
              <a:buSzPct val="95000"/>
              <a:buFont typeface="Wingdings" panose="05000000000000000000" pitchFamily="2" charset="2"/>
              <a:buChar char=""/>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A cap should be worn to cover all the hairs, tie the tape at the back</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411480" marR="0" lvl="0" indent="-342900" algn="l" defTabSz="914400" rtl="0" eaLnBrk="1" fontAlgn="base" latinLnBrk="0" hangingPunct="1">
              <a:lnSpc>
                <a:spcPct val="100000"/>
              </a:lnSpc>
              <a:spcBef>
                <a:spcPts val="700"/>
              </a:spcBef>
              <a:spcAft>
                <a:spcPct val="0"/>
              </a:spcAft>
              <a:buClr>
                <a:schemeClr val="tx2"/>
              </a:buClr>
              <a:buSzPct val="95000"/>
              <a:buFont typeface="Wingdings" panose="05000000000000000000" pitchFamily="2" charset="2"/>
              <a:buChar char=""/>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A mask should be worn with the short side above the nose and the long side extending to under the chin</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411480" marR="0" lvl="0" indent="-342900" algn="l" defTabSz="914400" rtl="0" eaLnBrk="1" fontAlgn="base" latinLnBrk="0" hangingPunct="1">
              <a:lnSpc>
                <a:spcPct val="100000"/>
              </a:lnSpc>
              <a:spcBef>
                <a:spcPts val="700"/>
              </a:spcBef>
              <a:spcAft>
                <a:spcPct val="0"/>
              </a:spcAft>
              <a:buClr>
                <a:schemeClr val="tx2"/>
              </a:buClr>
              <a:buSzPct val="95000"/>
              <a:buFont typeface="Wingdings" panose="05000000000000000000" pitchFamily="2" charset="2"/>
              <a:buChar char=""/>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Remove all </a:t>
            </a:r>
            <a:r>
              <a:rPr kumimoji="0" lang="en-US" sz="3600" b="0" i="0" u="none" strike="noStrike" kern="1200" cap="none" spc="0" normalizeH="0" baseline="0" noProof="0" dirty="0" err="1" smtClean="0">
                <a:ln>
                  <a:noFill/>
                </a:ln>
                <a:solidFill>
                  <a:srgbClr val="FFFF00"/>
                </a:solidFill>
                <a:effectLst/>
                <a:uLnTx/>
                <a:uFillTx/>
                <a:latin typeface="+mn-lt"/>
                <a:ea typeface="+mn-ea"/>
                <a:cs typeface="+mn-cs"/>
              </a:rPr>
              <a:t>jewellery</a:t>
            </a:r>
            <a:r>
              <a:rPr kumimoji="0" lang="en-US" sz="3600" b="0" i="0" u="none" strike="noStrike" kern="1200" cap="none" spc="0" normalizeH="0" baseline="0" noProof="0" dirty="0" smtClean="0">
                <a:ln>
                  <a:noFill/>
                </a:ln>
                <a:solidFill>
                  <a:srgbClr val="FFFF00"/>
                </a:solidFill>
                <a:effectLst/>
                <a:uLnTx/>
                <a:uFillTx/>
                <a:latin typeface="+mn-lt"/>
                <a:ea typeface="+mn-ea"/>
                <a:cs typeface="+mn-cs"/>
              </a:rPr>
              <a:t> </a:t>
            </a:r>
            <a:r>
              <a:rPr kumimoji="0" lang="en-US" sz="3600" b="0" i="0" u="none" strike="noStrike" kern="1200" cap="none" spc="0" normalizeH="0" baseline="0" noProof="0" dirty="0" err="1" smtClean="0">
                <a:ln>
                  <a:noFill/>
                </a:ln>
                <a:solidFill>
                  <a:srgbClr val="FFFF00"/>
                </a:solidFill>
                <a:effectLst/>
                <a:uLnTx/>
                <a:uFillTx/>
                <a:latin typeface="+mn-lt"/>
                <a:ea typeface="+mn-ea"/>
                <a:cs typeface="+mn-cs"/>
              </a:rPr>
              <a:t>e.g</a:t>
            </a:r>
            <a:r>
              <a:rPr kumimoji="0" lang="en-US" sz="3600" b="0" i="0" u="none" strike="noStrike" kern="1200" cap="none" spc="0" normalizeH="0" baseline="0" noProof="0" dirty="0" smtClean="0">
                <a:ln>
                  <a:noFill/>
                </a:ln>
                <a:solidFill>
                  <a:srgbClr val="FFFF00"/>
                </a:solidFill>
                <a:effectLst/>
                <a:uLnTx/>
                <a:uFillTx/>
                <a:latin typeface="+mn-lt"/>
                <a:ea typeface="+mn-ea"/>
                <a:cs typeface="+mn-cs"/>
              </a:rPr>
              <a:t> wedding ring , ear rings, watches etc</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411480" marR="0" lvl="0" indent="-342900" algn="l" defTabSz="914400" rtl="0" eaLnBrk="1" fontAlgn="base" latinLnBrk="0" hangingPunct="1">
              <a:lnSpc>
                <a:spcPct val="100000"/>
              </a:lnSpc>
              <a:spcBef>
                <a:spcPts val="700"/>
              </a:spcBef>
              <a:spcAft>
                <a:spcPct val="0"/>
              </a:spcAft>
              <a:buClr>
                <a:schemeClr val="tx2"/>
              </a:buClr>
              <a:buSzPct val="95000"/>
              <a:buFont typeface="Wingdings" panose="05000000000000000000" pitchFamily="2" charset="2"/>
              <a:buChar char=""/>
              <a:defRPr/>
            </a:pPr>
            <a:endParaRPr kumimoji="0" lang="en-US" sz="3000" b="0" i="0" u="none" strike="noStrike" kern="1200" cap="none" spc="0" normalizeH="0" baseline="0" noProof="0" dirty="0" smtClean="0">
              <a:ln>
                <a:noFill/>
              </a:ln>
              <a:solidFill>
                <a:srgbClr val="FFFF00"/>
              </a:solidFill>
              <a:effectLst/>
              <a:uLnTx/>
              <a:uFillTx/>
              <a:latin typeface="+mn-lt"/>
              <a:ea typeface="+mn-ea"/>
              <a:cs typeface="+mn-c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Title 1"/>
          <p:cNvSpPr>
            <a:spLocks noGrp="1"/>
          </p:cNvSpPr>
          <p:nvPr>
            <p:ph type="title"/>
          </p:nvPr>
        </p:nvSpPr>
        <p:spPr>
          <a:xfrm>
            <a:off x="457200" y="304800"/>
            <a:ext cx="8229600" cy="1112838"/>
          </a:xfrm>
        </p:spPr>
        <p:txBody>
          <a:bodyPr vert="horz" anchor="t">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4000" b="0" i="0" u="none" strike="noStrike" kern="1200" cap="none" spc="-100" normalizeH="0" baseline="0" noProof="0" smtClean="0">
                <a:ln>
                  <a:noFill/>
                </a:ln>
                <a:solidFill>
                  <a:srgbClr val="FFFF00"/>
                </a:solidFill>
                <a:effectLst/>
                <a:uLnTx/>
                <a:uFillTx/>
                <a:latin typeface="+mj-lt"/>
                <a:ea typeface="+mj-ea"/>
                <a:cs typeface="+mj-cs"/>
              </a:rPr>
              <a:t>Donning guide: Surgical mask with tie-band</a:t>
            </a:r>
            <a:br>
              <a:rPr kumimoji="0" lang="en-US" sz="4000" b="0" i="0" u="none" strike="noStrike" kern="1200" cap="none" spc="-100" normalizeH="0" baseline="0" noProof="0" smtClean="0">
                <a:ln>
                  <a:noFill/>
                </a:ln>
                <a:solidFill>
                  <a:srgbClr val="FFFF00"/>
                </a:solidFill>
                <a:effectLst/>
                <a:uLnTx/>
                <a:uFillTx/>
                <a:latin typeface="+mj-lt"/>
                <a:ea typeface="+mj-ea"/>
                <a:cs typeface="+mj-cs"/>
              </a:rPr>
            </a:br>
            <a:endParaRPr kumimoji="0" lang="en-US" sz="4000" b="0" i="0" u="none" strike="noStrike" kern="1200" cap="none" spc="-100" normalizeH="0" baseline="0" noProof="0" smtClean="0">
              <a:ln>
                <a:noFill/>
              </a:ln>
              <a:solidFill>
                <a:srgbClr val="FFFF00"/>
              </a:solidFill>
              <a:effectLst/>
              <a:uLnTx/>
              <a:uFillTx/>
              <a:latin typeface="+mj-lt"/>
              <a:ea typeface="+mj-ea"/>
              <a:cs typeface="+mj-cs"/>
            </a:endParaRPr>
          </a:p>
        </p:txBody>
      </p:sp>
      <p:pic>
        <p:nvPicPr>
          <p:cNvPr id="51203" name="Content Placeholder 3" descr="http://www.molnlycke.com/PageFiles/1083/A.jpg"/>
          <p:cNvPicPr>
            <a:picLocks noGrp="1"/>
          </p:cNvPicPr>
          <p:nvPr>
            <p:ph idx="1"/>
          </p:nvPr>
        </p:nvPicPr>
        <p:blipFill>
          <a:blip r:embed="rId1"/>
          <a:srcRect/>
          <a:stretch>
            <a:fillRect/>
          </a:stretch>
        </p:blipFill>
        <p:spPr>
          <a:xfrm>
            <a:off x="304800" y="1828800"/>
            <a:ext cx="1752600" cy="1752600"/>
          </a:xfrm>
          <a:ln/>
        </p:spPr>
      </p:pic>
      <p:sp>
        <p:nvSpPr>
          <p:cNvPr id="51204" name="Rectangle 4"/>
          <p:cNvSpPr/>
          <p:nvPr/>
        </p:nvSpPr>
        <p:spPr>
          <a:xfrm>
            <a:off x="2133600" y="1600200"/>
            <a:ext cx="2895600" cy="1938338"/>
          </a:xfrm>
          <a:prstGeom prst="rect">
            <a:avLst/>
          </a:prstGeom>
          <a:noFill/>
          <a:ln w="9525">
            <a:noFill/>
          </a:ln>
        </p:spPr>
        <p:txBody>
          <a:bodyPr>
            <a:spAutoFit/>
          </a:bodyPr>
          <a:p>
            <a:r>
              <a:rPr dirty="0">
                <a:latin typeface="Arial" panose="020B0604020202020204" pitchFamily="34" charset="0"/>
              </a:rPr>
              <a:t>A</a:t>
            </a:r>
            <a:r>
              <a:rPr sz="2000" b="1" dirty="0">
                <a:latin typeface="Arial" panose="020B0604020202020204" pitchFamily="34" charset="0"/>
              </a:rPr>
              <a:t>. Pre-form the nose-clip. Place the surgical mask on your face making sure to cover your nose and mouth.</a:t>
            </a:r>
            <a:endParaRPr sz="2000" b="1" dirty="0">
              <a:latin typeface="Arial" panose="020B0604020202020204" pitchFamily="34" charset="0"/>
            </a:endParaRPr>
          </a:p>
        </p:txBody>
      </p:sp>
      <p:pic>
        <p:nvPicPr>
          <p:cNvPr id="51205" name="Picture 5" descr="http://www.molnlycke.com/PageFiles/1083/B.jpg"/>
          <p:cNvPicPr>
            <a:picLocks noChangeAspect="1"/>
          </p:cNvPicPr>
          <p:nvPr/>
        </p:nvPicPr>
        <p:blipFill>
          <a:blip r:embed="rId2"/>
          <a:stretch>
            <a:fillRect/>
          </a:stretch>
        </p:blipFill>
        <p:spPr>
          <a:xfrm>
            <a:off x="533400" y="4343400"/>
            <a:ext cx="1600200" cy="1600200"/>
          </a:xfrm>
          <a:prstGeom prst="rect">
            <a:avLst/>
          </a:prstGeom>
          <a:noFill/>
          <a:ln w="9525">
            <a:noFill/>
          </a:ln>
        </p:spPr>
      </p:pic>
      <p:sp>
        <p:nvSpPr>
          <p:cNvPr id="51206" name="Rectangle 6"/>
          <p:cNvSpPr/>
          <p:nvPr/>
        </p:nvSpPr>
        <p:spPr>
          <a:xfrm>
            <a:off x="2438400" y="3733800"/>
            <a:ext cx="1752600" cy="2862263"/>
          </a:xfrm>
          <a:prstGeom prst="rect">
            <a:avLst/>
          </a:prstGeom>
          <a:noFill/>
          <a:ln w="9525">
            <a:noFill/>
          </a:ln>
        </p:spPr>
        <p:txBody>
          <a:bodyPr>
            <a:spAutoFit/>
          </a:bodyPr>
          <a:p>
            <a:r>
              <a:rPr sz="2000" b="1" dirty="0">
                <a:latin typeface="Arial" panose="020B0604020202020204" pitchFamily="34" charset="0"/>
              </a:rPr>
              <a:t>B. Position the upper tie-bands at the crown of your head and tighten securely to minimize air leakage.</a:t>
            </a:r>
            <a:endParaRPr sz="2000" b="1" dirty="0">
              <a:latin typeface="Arial" panose="020B0604020202020204" pitchFamily="34" charset="0"/>
            </a:endParaRPr>
          </a:p>
        </p:txBody>
      </p:sp>
      <p:pic>
        <p:nvPicPr>
          <p:cNvPr id="51207" name="Picture 7" descr="http://www.molnlycke.com/PageFiles/1083/C.jpg"/>
          <p:cNvPicPr>
            <a:picLocks noChangeAspect="1"/>
          </p:cNvPicPr>
          <p:nvPr/>
        </p:nvPicPr>
        <p:blipFill>
          <a:blip r:embed="rId3"/>
          <a:stretch>
            <a:fillRect/>
          </a:stretch>
        </p:blipFill>
        <p:spPr>
          <a:xfrm>
            <a:off x="5029200" y="1524000"/>
            <a:ext cx="1657350" cy="1657350"/>
          </a:xfrm>
          <a:prstGeom prst="rect">
            <a:avLst/>
          </a:prstGeom>
          <a:noFill/>
          <a:ln w="9525">
            <a:noFill/>
          </a:ln>
        </p:spPr>
      </p:pic>
      <p:graphicFrame>
        <p:nvGraphicFramePr>
          <p:cNvPr id="9" name="Table 8"/>
          <p:cNvGraphicFramePr>
            <a:graphicFrameLocks noGrp="1"/>
          </p:cNvGraphicFramePr>
          <p:nvPr/>
        </p:nvGraphicFramePr>
        <p:xfrm>
          <a:off x="6858000" y="1600200"/>
          <a:ext cx="1981200" cy="1447800"/>
        </p:xfrm>
        <a:graphic>
          <a:graphicData uri="http://schemas.openxmlformats.org/drawingml/2006/table">
            <a:tbl>
              <a:tblPr/>
              <a:tblGrid>
                <a:gridCol w="1981200"/>
              </a:tblGrid>
              <a:tr h="1447800">
                <a:tc>
                  <a:txBody>
                    <a:bodyPr/>
                    <a:lstStyle/>
                    <a:p>
                      <a:pPr marL="0" marR="0">
                        <a:lnSpc>
                          <a:spcPts val="1725"/>
                        </a:lnSpc>
                        <a:spcBef>
                          <a:spcPts val="750"/>
                        </a:spcBef>
                        <a:spcAft>
                          <a:spcPts val="1350"/>
                        </a:spcAft>
                      </a:pPr>
                      <a:r>
                        <a:rPr lang="en-US" sz="1400" dirty="0" smtClean="0">
                          <a:solidFill>
                            <a:srgbClr val="FF0000"/>
                          </a:solidFill>
                          <a:latin typeface="Arial" panose="020B0604020202020204"/>
                          <a:ea typeface="Times New Roman" panose="02020603050405020304"/>
                          <a:cs typeface="Times New Roman" panose="02020603050405020304"/>
                        </a:rPr>
                        <a:t>C. </a:t>
                      </a:r>
                      <a:r>
                        <a:rPr lang="en-US" sz="2000" b="1" dirty="0">
                          <a:solidFill>
                            <a:schemeClr val="bg1"/>
                          </a:solidFill>
                          <a:latin typeface="Arial" panose="020B0604020202020204"/>
                          <a:ea typeface="Times New Roman" panose="02020603050405020304"/>
                          <a:cs typeface="Times New Roman" panose="02020603050405020304"/>
                        </a:rPr>
                        <a:t>Position the lower tie-bands at the nape of your neck and tighten</a:t>
                      </a:r>
                      <a:r>
                        <a:rPr lang="en-US" sz="2000" b="1" dirty="0">
                          <a:solidFill>
                            <a:srgbClr val="3C4044"/>
                          </a:solidFill>
                          <a:latin typeface="Arial" panose="020B0604020202020204"/>
                          <a:ea typeface="Times New Roman" panose="02020603050405020304"/>
                          <a:cs typeface="Times New Roman" panose="02020603050405020304"/>
                        </a:rPr>
                        <a:t>.</a:t>
                      </a:r>
                      <a:endParaRPr lang="en-US" sz="2000" b="1" dirty="0">
                        <a:latin typeface="Calibri" panose="020F0502020204030204"/>
                        <a:ea typeface="Calibri" panose="020F0502020204030204"/>
                        <a:cs typeface="Times New Roman" panose="02020603050405020304"/>
                      </a:endParaRPr>
                    </a:p>
                  </a:txBody>
                  <a:tcPr marL="0" marR="0" marT="0" marB="0">
                    <a:lnL>
                      <a:noFill/>
                    </a:lnL>
                    <a:lnR>
                      <a:noFill/>
                    </a:lnR>
                    <a:lnT>
                      <a:noFill/>
                    </a:lnT>
                    <a:lnB>
                      <a:noFill/>
                    </a:lnB>
                    <a:solidFill>
                      <a:schemeClr val="tx2">
                        <a:lumMod val="75000"/>
                      </a:schemeClr>
                    </a:solidFill>
                  </a:tcPr>
                </a:tc>
              </a:tr>
            </a:tbl>
          </a:graphicData>
        </a:graphic>
      </p:graphicFrame>
      <p:pic>
        <p:nvPicPr>
          <p:cNvPr id="51210" name="Picture 9" descr="http://www.molnlycke.com/PageFiles/1083/D.jpg"/>
          <p:cNvPicPr>
            <a:picLocks noChangeAspect="1"/>
          </p:cNvPicPr>
          <p:nvPr/>
        </p:nvPicPr>
        <p:blipFill>
          <a:blip r:embed="rId4"/>
          <a:stretch>
            <a:fillRect/>
          </a:stretch>
        </p:blipFill>
        <p:spPr>
          <a:xfrm>
            <a:off x="4953000" y="4191000"/>
            <a:ext cx="1657350" cy="1657350"/>
          </a:xfrm>
          <a:prstGeom prst="rect">
            <a:avLst/>
          </a:prstGeom>
          <a:noFill/>
          <a:ln w="9525">
            <a:noFill/>
          </a:ln>
        </p:spPr>
      </p:pic>
      <p:sp>
        <p:nvSpPr>
          <p:cNvPr id="51211" name="Rectangle 10"/>
          <p:cNvSpPr/>
          <p:nvPr/>
        </p:nvSpPr>
        <p:spPr>
          <a:xfrm>
            <a:off x="6553200" y="4495800"/>
            <a:ext cx="2438400" cy="1938338"/>
          </a:xfrm>
          <a:prstGeom prst="rect">
            <a:avLst/>
          </a:prstGeom>
          <a:noFill/>
          <a:ln w="9525">
            <a:noFill/>
          </a:ln>
        </p:spPr>
        <p:txBody>
          <a:bodyPr>
            <a:spAutoFit/>
          </a:bodyPr>
          <a:p>
            <a:r>
              <a:rPr dirty="0">
                <a:latin typeface="Arial" panose="020B0604020202020204" pitchFamily="34" charset="0"/>
              </a:rPr>
              <a:t>D</a:t>
            </a:r>
            <a:r>
              <a:rPr sz="2000" b="1" dirty="0">
                <a:latin typeface="Arial" panose="020B0604020202020204" pitchFamily="34" charset="0"/>
              </a:rPr>
              <a:t>. Always unfold the mask fully to minimize the number of layers you have to breathe through.</a:t>
            </a:r>
            <a:endParaRPr sz="2000" b="1" dirty="0">
              <a:latin typeface="Arial" panose="020B0604020202020204" pitchFamily="3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2226" name="Content Placeholder 3" descr="http://www.molnlycke.com/PageFiles/1083/G.jpg"/>
          <p:cNvPicPr>
            <a:picLocks noGrp="1"/>
          </p:cNvPicPr>
          <p:nvPr>
            <p:ph idx="1"/>
          </p:nvPr>
        </p:nvPicPr>
        <p:blipFill>
          <a:blip r:embed="rId1"/>
          <a:srcRect/>
          <a:stretch>
            <a:fillRect/>
          </a:stretch>
        </p:blipFill>
        <p:spPr>
          <a:xfrm>
            <a:off x="609600" y="3962400"/>
            <a:ext cx="2667000" cy="2108200"/>
          </a:xfrm>
          <a:ln/>
        </p:spPr>
      </p:pic>
      <p:pic>
        <p:nvPicPr>
          <p:cNvPr id="52227" name="Picture 4" descr="http://www.molnlycke.com/PageFiles/1083/F.jpg"/>
          <p:cNvPicPr>
            <a:picLocks noChangeAspect="1"/>
          </p:cNvPicPr>
          <p:nvPr/>
        </p:nvPicPr>
        <p:blipFill>
          <a:blip r:embed="rId2"/>
          <a:stretch>
            <a:fillRect/>
          </a:stretch>
        </p:blipFill>
        <p:spPr>
          <a:xfrm>
            <a:off x="609600" y="685800"/>
            <a:ext cx="2724150" cy="2571750"/>
          </a:xfrm>
          <a:prstGeom prst="rect">
            <a:avLst/>
          </a:prstGeom>
          <a:noFill/>
          <a:ln w="9525">
            <a:noFill/>
          </a:ln>
        </p:spPr>
      </p:pic>
      <p:graphicFrame>
        <p:nvGraphicFramePr>
          <p:cNvPr id="6" name="Table 5"/>
          <p:cNvGraphicFramePr>
            <a:graphicFrameLocks noGrp="1"/>
          </p:cNvGraphicFramePr>
          <p:nvPr/>
        </p:nvGraphicFramePr>
        <p:xfrm>
          <a:off x="4114800" y="1066800"/>
          <a:ext cx="4876800" cy="5646738"/>
        </p:xfrm>
        <a:graphic>
          <a:graphicData uri="http://schemas.openxmlformats.org/drawingml/2006/table">
            <a:tbl>
              <a:tblPr/>
              <a:tblGrid>
                <a:gridCol w="4876800"/>
              </a:tblGrid>
              <a:tr h="1257300">
                <a:tc>
                  <a:txBody>
                    <a:bodyPr/>
                    <a:lstStyle/>
                    <a:p>
                      <a:pPr marL="0" marR="0">
                        <a:lnSpc>
                          <a:spcPct val="100000"/>
                        </a:lnSpc>
                        <a:spcBef>
                          <a:spcPts val="750"/>
                        </a:spcBef>
                        <a:spcAft>
                          <a:spcPts val="1350"/>
                        </a:spcAft>
                      </a:pPr>
                      <a:r>
                        <a:rPr lang="en-US" sz="3600" dirty="0">
                          <a:solidFill>
                            <a:srgbClr val="FFFF00"/>
                          </a:solidFill>
                          <a:latin typeface="Agency FB" panose="020B0503020202020204" pitchFamily="34" charset="0"/>
                          <a:ea typeface="Times New Roman" panose="02020603050405020304"/>
                          <a:cs typeface="Times New Roman" panose="02020603050405020304"/>
                        </a:rPr>
                        <a:t>E. Change surgical mask when contaminated as well as between operations.</a:t>
                      </a:r>
                      <a:endParaRPr lang="en-US" sz="3600" dirty="0">
                        <a:solidFill>
                          <a:srgbClr val="FFFF00"/>
                        </a:solidFill>
                        <a:latin typeface="Agency FB" panose="020B0503020202020204" pitchFamily="34" charset="0"/>
                        <a:ea typeface="Calibri" panose="020F0502020204030204"/>
                        <a:cs typeface="Times New Roman" panose="02020603050405020304"/>
                      </a:endParaRPr>
                    </a:p>
                  </a:txBody>
                  <a:tcPr marL="0" marR="0" marT="0" marB="0">
                    <a:lnL>
                      <a:noFill/>
                    </a:lnL>
                    <a:lnR>
                      <a:noFill/>
                    </a:lnR>
                    <a:lnT>
                      <a:noFill/>
                    </a:lnT>
                    <a:lnB>
                      <a:noFill/>
                    </a:lnB>
                    <a:solidFill>
                      <a:schemeClr val="bg2">
                        <a:lumMod val="50000"/>
                      </a:schemeClr>
                    </a:solidFill>
                  </a:tcPr>
                </a:tc>
              </a:tr>
              <a:tr h="2514600">
                <a:tc>
                  <a:txBody>
                    <a:bodyPr/>
                    <a:lstStyle/>
                    <a:p>
                      <a:pPr marL="0" marR="0">
                        <a:lnSpc>
                          <a:spcPct val="100000"/>
                        </a:lnSpc>
                        <a:spcBef>
                          <a:spcPts val="750"/>
                        </a:spcBef>
                        <a:spcAft>
                          <a:spcPts val="1350"/>
                        </a:spcAft>
                      </a:pPr>
                      <a:r>
                        <a:rPr lang="en-US" sz="3600" dirty="0">
                          <a:solidFill>
                            <a:srgbClr val="FFFF00"/>
                          </a:solidFill>
                          <a:latin typeface="Agency FB" panose="020B0503020202020204" pitchFamily="34" charset="0"/>
                          <a:ea typeface="Times New Roman" panose="02020603050405020304"/>
                          <a:cs typeface="Times New Roman" panose="02020603050405020304"/>
                        </a:rPr>
                        <a:t>F. When there is a risk of fluid splashes use a splash resistant surgical mask and protective eyewear or a splash resistant surgical mask with a visor.</a:t>
                      </a:r>
                      <a:endParaRPr lang="en-US" sz="3600" dirty="0">
                        <a:solidFill>
                          <a:srgbClr val="FFFF00"/>
                        </a:solidFill>
                        <a:latin typeface="Agency FB" panose="020B0503020202020204" pitchFamily="34" charset="0"/>
                        <a:ea typeface="Calibri" panose="020F0502020204030204"/>
                        <a:cs typeface="Times New Roman" panose="02020603050405020304"/>
                      </a:endParaRPr>
                    </a:p>
                  </a:txBody>
                  <a:tcPr marL="0" marR="0" marT="0" marB="0">
                    <a:lnL>
                      <a:noFill/>
                    </a:lnL>
                    <a:lnR>
                      <a:noFill/>
                    </a:lnR>
                    <a:lnT>
                      <a:noFill/>
                    </a:lnT>
                    <a:lnB>
                      <a:noFill/>
                    </a:lnB>
                    <a:solidFill>
                      <a:schemeClr val="bg2">
                        <a:lumMod val="50000"/>
                      </a:schemeClr>
                    </a:solidFill>
                  </a:tcPr>
                </a:tc>
              </a:tr>
              <a:tr h="1257300">
                <a:tc>
                  <a:txBody>
                    <a:bodyPr/>
                    <a:lstStyle/>
                    <a:p>
                      <a:pPr marL="0" marR="0">
                        <a:lnSpc>
                          <a:spcPct val="100000"/>
                        </a:lnSpc>
                        <a:spcBef>
                          <a:spcPts val="750"/>
                        </a:spcBef>
                        <a:spcAft>
                          <a:spcPts val="1350"/>
                        </a:spcAft>
                      </a:pPr>
                      <a:r>
                        <a:rPr lang="en-US" sz="3600" dirty="0">
                          <a:solidFill>
                            <a:srgbClr val="FFFF00"/>
                          </a:solidFill>
                          <a:latin typeface="Agency FB" panose="020B0503020202020204" pitchFamily="34" charset="0"/>
                          <a:ea typeface="Times New Roman" panose="02020603050405020304"/>
                          <a:cs typeface="Times New Roman" panose="02020603050405020304"/>
                        </a:rPr>
                        <a:t>G. Dispose of the surgical mask after use.</a:t>
                      </a:r>
                      <a:endParaRPr lang="en-US" sz="3600" dirty="0">
                        <a:solidFill>
                          <a:srgbClr val="FFFF00"/>
                        </a:solidFill>
                        <a:latin typeface="Agency FB" panose="020B0503020202020204" pitchFamily="34" charset="0"/>
                        <a:ea typeface="Calibri" panose="020F0502020204030204"/>
                        <a:cs typeface="Times New Roman" panose="02020603050405020304"/>
                      </a:endParaRPr>
                    </a:p>
                  </a:txBody>
                  <a:tcPr marL="0" marR="0" marT="0" marB="0">
                    <a:lnL>
                      <a:noFill/>
                    </a:lnL>
                    <a:lnR>
                      <a:noFill/>
                    </a:lnR>
                    <a:lnT>
                      <a:noFill/>
                    </a:lnT>
                    <a:lnB>
                      <a:noFill/>
                    </a:lnB>
                    <a:solidFill>
                      <a:schemeClr val="bg2">
                        <a:lumMod val="50000"/>
                      </a:schemeClr>
                    </a:solidFill>
                  </a:tcP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Content Placeholder 2"/>
          <p:cNvSpPr>
            <a:spLocks noGrp="1"/>
          </p:cNvSpPr>
          <p:nvPr>
            <p:ph idx="1"/>
          </p:nvPr>
        </p:nvSpPr>
        <p:spPr>
          <a:xfrm>
            <a:off x="457200" y="457200"/>
            <a:ext cx="8229600" cy="5668963"/>
          </a:xfrm>
          <a:ln/>
        </p:spPr>
        <p:txBody>
          <a:bodyPr vert="horz" wrap="square" lIns="91440" tIns="45720" rIns="91440" bIns="45720" anchor="t" anchorCtr="0"/>
          <a:p>
            <a:pPr eaLnBrk="1" hangingPunct="1"/>
            <a:r>
              <a:rPr sz="3600" dirty="0">
                <a:solidFill>
                  <a:srgbClr val="FFFF00"/>
                </a:solidFill>
              </a:rPr>
              <a:t>Finger nails must be short and clean with no nail varnish </a:t>
            </a:r>
            <a:endParaRPr sz="3600" dirty="0">
              <a:solidFill>
                <a:srgbClr val="FFFF00"/>
              </a:solidFill>
            </a:endParaRPr>
          </a:p>
          <a:p>
            <a:pPr eaLnBrk="1" hangingPunct="1"/>
            <a:r>
              <a:rPr sz="3600" dirty="0">
                <a:solidFill>
                  <a:srgbClr val="FFFF00"/>
                </a:solidFill>
              </a:rPr>
              <a:t>No cut wounds or septic wound on fingers</a:t>
            </a:r>
            <a:endParaRPr sz="3600" dirty="0">
              <a:solidFill>
                <a:srgbClr val="FFFF00"/>
              </a:solidFill>
            </a:endParaRPr>
          </a:p>
          <a:p>
            <a:pPr eaLnBrk="1" hangingPunct="1"/>
            <a:r>
              <a:rPr sz="3600" dirty="0">
                <a:solidFill>
                  <a:srgbClr val="FFFF00"/>
                </a:solidFill>
              </a:rPr>
              <a:t>No persons with upper respiratory tract infection or gastroenteritis  should be allowed to theatre</a:t>
            </a:r>
            <a:endParaRPr sz="3600" dirty="0">
              <a:solidFill>
                <a:srgbClr val="FFFF00"/>
              </a:solidFill>
            </a:endParaRPr>
          </a:p>
          <a:p>
            <a:pPr eaLnBrk="1" hangingPunct="1"/>
            <a:r>
              <a:rPr sz="3600" dirty="0">
                <a:solidFill>
                  <a:srgbClr val="FFFF00"/>
                </a:solidFill>
              </a:rPr>
              <a:t>Wear a mackintosh apron to protect the theatre scrubs</a:t>
            </a:r>
            <a:endParaRPr sz="3600" dirty="0">
              <a:solidFill>
                <a:srgbClr val="FFFF00"/>
              </a:solidFill>
            </a:endParaRPr>
          </a:p>
          <a:p>
            <a:pPr eaLnBrk="1" hangingPunct="1"/>
            <a:r>
              <a:rPr sz="3600" dirty="0">
                <a:solidFill>
                  <a:srgbClr val="FFFF00"/>
                </a:solidFill>
              </a:rPr>
              <a:t>Then start the scrubbing procedure</a:t>
            </a:r>
            <a:endParaRPr sz="3600" dirty="0">
              <a:solidFill>
                <a:srgbClr val="FFFF00"/>
              </a:solidFill>
            </a:endParaRPr>
          </a:p>
          <a:p>
            <a:pPr eaLnBrk="1" hangingPunct="1">
              <a:buFont typeface="Arial" panose="020B0604020202020204" pitchFamily="34" charset="0"/>
              <a:buNone/>
            </a:pPr>
            <a:endParaRPr dirty="0">
              <a:solidFill>
                <a:srgbClr val="FFFF00"/>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Title 1"/>
          <p:cNvSpPr>
            <a:spLocks noGrp="1"/>
          </p:cNvSpPr>
          <p:nvPr>
            <p:ph type="title"/>
          </p:nvPr>
        </p:nvSpPr>
        <p:spPr/>
        <p:txBody>
          <a:bodyPr vert="horz" anchor="t">
            <a:no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4000" b="0" i="0" u="none" strike="noStrike" kern="1200" cap="none" spc="-100" normalizeH="0" baseline="0" noProof="0" dirty="0" smtClean="0">
                <a:ln>
                  <a:noFill/>
                </a:ln>
                <a:solidFill>
                  <a:schemeClr val="accent2">
                    <a:lumMod val="40000"/>
                    <a:lumOff val="60000"/>
                  </a:schemeClr>
                </a:solidFill>
                <a:effectLst/>
                <a:uLnTx/>
                <a:uFillTx/>
                <a:latin typeface="+mj-lt"/>
                <a:ea typeface="+mj-ea"/>
                <a:cs typeface="+mj-cs"/>
              </a:rPr>
              <a:t>Scrubbing procedure</a:t>
            </a:r>
            <a:endParaRPr kumimoji="0" lang="en-US" sz="4000" b="0" i="0" u="none" strike="noStrike" kern="1200" cap="none" spc="-100" normalizeH="0" baseline="0" noProof="0" dirty="0" smtClean="0">
              <a:ln>
                <a:noFill/>
              </a:ln>
              <a:solidFill>
                <a:schemeClr val="accent2">
                  <a:lumMod val="40000"/>
                  <a:lumOff val="60000"/>
                </a:schemeClr>
              </a:solidFill>
              <a:effectLst/>
              <a:uLnTx/>
              <a:uFillTx/>
              <a:latin typeface="+mj-lt"/>
              <a:ea typeface="+mj-ea"/>
              <a:cs typeface="+mj-cs"/>
            </a:endParaRPr>
          </a:p>
        </p:txBody>
      </p:sp>
      <p:sp>
        <p:nvSpPr>
          <p:cNvPr id="54275" name="Content Placeholder 2"/>
          <p:cNvSpPr>
            <a:spLocks noGrp="1"/>
          </p:cNvSpPr>
          <p:nvPr>
            <p:ph idx="1"/>
          </p:nvPr>
        </p:nvSpPr>
        <p:spPr>
          <a:ln/>
        </p:spPr>
        <p:txBody>
          <a:bodyPr vert="horz" wrap="square" lIns="91440" tIns="45720" rIns="91440" bIns="45720" anchor="t" anchorCtr="0"/>
          <a:p>
            <a:pPr eaLnBrk="1" hangingPunct="1"/>
            <a:r>
              <a:rPr sz="3600" dirty="0">
                <a:solidFill>
                  <a:srgbClr val="FFFF00"/>
                </a:solidFill>
              </a:rPr>
              <a:t>Use the wall clock to time yourself</a:t>
            </a:r>
            <a:endParaRPr sz="3600" dirty="0">
              <a:solidFill>
                <a:srgbClr val="FFFF00"/>
              </a:solidFill>
            </a:endParaRPr>
          </a:p>
          <a:p>
            <a:pPr eaLnBrk="1" hangingPunct="1"/>
            <a:r>
              <a:rPr sz="3600" dirty="0">
                <a:solidFill>
                  <a:srgbClr val="FFFF00"/>
                </a:solidFill>
              </a:rPr>
              <a:t>Wet the hands and arms to the elbow</a:t>
            </a:r>
            <a:endParaRPr sz="3600" dirty="0">
              <a:solidFill>
                <a:srgbClr val="FFFF00"/>
              </a:solidFill>
            </a:endParaRPr>
          </a:p>
          <a:p>
            <a:pPr eaLnBrk="1" hangingPunct="1"/>
            <a:r>
              <a:rPr sz="3600" dirty="0">
                <a:solidFill>
                  <a:srgbClr val="FFFF00"/>
                </a:solidFill>
              </a:rPr>
              <a:t>Pick the soap and make a lot of lather on the hands and arms</a:t>
            </a:r>
            <a:endParaRPr sz="3600" dirty="0">
              <a:solidFill>
                <a:srgbClr val="FFFF00"/>
              </a:solidFill>
            </a:endParaRPr>
          </a:p>
          <a:p>
            <a:pPr eaLnBrk="1" hangingPunct="1"/>
            <a:r>
              <a:rPr sz="3600" dirty="0">
                <a:solidFill>
                  <a:srgbClr val="FFFF00"/>
                </a:solidFill>
              </a:rPr>
              <a:t>Wash hands and arms for one minute</a:t>
            </a:r>
            <a:endParaRPr sz="3600" dirty="0">
              <a:solidFill>
                <a:srgbClr val="FFFF00"/>
              </a:solidFill>
            </a:endParaRPr>
          </a:p>
          <a:p>
            <a:pPr eaLnBrk="1" hangingPunct="1"/>
            <a:r>
              <a:rPr sz="3600" dirty="0">
                <a:solidFill>
                  <a:srgbClr val="FFFF00"/>
                </a:solidFill>
              </a:rPr>
              <a:t>Keeping the fingertips uppermost all time , rinse hands to the elbow</a:t>
            </a:r>
            <a:endParaRPr sz="3600" dirty="0">
              <a:solidFill>
                <a:srgbClr val="FFFF00"/>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Content Placeholder 2"/>
          <p:cNvSpPr>
            <a:spLocks noGrp="1"/>
          </p:cNvSpPr>
          <p:nvPr>
            <p:ph idx="1"/>
          </p:nvPr>
        </p:nvSpPr>
        <p:spPr>
          <a:xfrm>
            <a:off x="457200" y="609600"/>
            <a:ext cx="8686800" cy="5516563"/>
          </a:xfrm>
          <a:ln/>
        </p:spPr>
        <p:txBody>
          <a:bodyPr vert="horz" wrap="square" lIns="91440" tIns="45720" rIns="91440" bIns="45720" anchor="t" anchorCtr="0"/>
          <a:p>
            <a:pPr eaLnBrk="1" hangingPunct="1"/>
            <a:r>
              <a:rPr sz="3600" dirty="0">
                <a:solidFill>
                  <a:srgbClr val="FFFF00"/>
                </a:solidFill>
              </a:rPr>
              <a:t>Using the elbow, press the hutch of the dispenser and pick one sterile brush</a:t>
            </a:r>
            <a:endParaRPr sz="3600" dirty="0">
              <a:solidFill>
                <a:srgbClr val="FFFF00"/>
              </a:solidFill>
            </a:endParaRPr>
          </a:p>
          <a:p>
            <a:pPr eaLnBrk="1" hangingPunct="1"/>
            <a:r>
              <a:rPr sz="3600" dirty="0">
                <a:solidFill>
                  <a:srgbClr val="FFFF00"/>
                </a:solidFill>
              </a:rPr>
              <a:t>Starting with the left arm scrub the fingernails, move  to the fingers and palms using a circular movement inside the palm</a:t>
            </a:r>
            <a:endParaRPr sz="3600" dirty="0">
              <a:solidFill>
                <a:srgbClr val="FFFF00"/>
              </a:solidFill>
            </a:endParaRPr>
          </a:p>
          <a:p>
            <a:pPr eaLnBrk="1" hangingPunct="1"/>
            <a:r>
              <a:rPr sz="3600" dirty="0">
                <a:solidFill>
                  <a:srgbClr val="FFFF00"/>
                </a:solidFill>
              </a:rPr>
              <a:t>Spend extra time at the folds of the wrist</a:t>
            </a:r>
            <a:endParaRPr sz="3600" dirty="0">
              <a:solidFill>
                <a:srgbClr val="FFFF00"/>
              </a:solidFill>
            </a:endParaRPr>
          </a:p>
          <a:p>
            <a:pPr eaLnBrk="1" hangingPunct="1">
              <a:buFont typeface="Arial" panose="020B0604020202020204" pitchFamily="34" charset="0"/>
              <a:buNone/>
            </a:pPr>
            <a:r>
              <a:rPr sz="3600" dirty="0">
                <a:solidFill>
                  <a:srgbClr val="FFFF00"/>
                </a:solidFill>
              </a:rPr>
              <a:t>( 1min 30 seconds) rinsing often and starting again. Rinse the right palm and brush</a:t>
            </a:r>
            <a:endParaRPr sz="3600" dirty="0">
              <a:solidFill>
                <a:srgbClr val="FFFF00"/>
              </a:solidFill>
            </a:endParaRPr>
          </a:p>
          <a:p>
            <a:pPr eaLnBrk="1" hangingPunct="1"/>
            <a:r>
              <a:rPr sz="3600" dirty="0">
                <a:solidFill>
                  <a:srgbClr val="FFFF00"/>
                </a:solidFill>
              </a:rPr>
              <a:t>Change to the right hand and repeat the procedure</a:t>
            </a:r>
            <a:endParaRPr sz="3600" dirty="0">
              <a:solidFill>
                <a:srgbClr val="FFFF00"/>
              </a:solidFill>
            </a:endParaRPr>
          </a:p>
          <a:p>
            <a:pPr eaLnBrk="1" hangingPunct="1"/>
            <a:endParaRPr dirty="0">
              <a:solidFill>
                <a:srgbClr val="FFFF00"/>
              </a:solidFill>
            </a:endParaRPr>
          </a:p>
          <a:p>
            <a:pPr eaLnBrk="1" hangingPunct="1"/>
            <a:endParaRPr dirty="0">
              <a:solidFill>
                <a:srgbClr val="FFFF00"/>
              </a:solidFill>
            </a:endParaRPr>
          </a:p>
          <a:p>
            <a:pPr eaLnBrk="1" hangingPunct="1"/>
            <a:endParaRPr dirty="0">
              <a:solidFill>
                <a:srgbClr val="FFFF00"/>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Content Placeholder 2"/>
          <p:cNvSpPr>
            <a:spLocks noGrp="1"/>
          </p:cNvSpPr>
          <p:nvPr>
            <p:ph idx="1"/>
          </p:nvPr>
        </p:nvSpPr>
        <p:spPr>
          <a:xfrm>
            <a:off x="457200" y="533400"/>
            <a:ext cx="8229600" cy="5592763"/>
          </a:xfrm>
          <a:ln/>
        </p:spPr>
        <p:txBody>
          <a:bodyPr vert="horz" wrap="square" lIns="91440" tIns="45720" rIns="91440" bIns="45720" anchor="t" anchorCtr="0"/>
          <a:p>
            <a:pPr eaLnBrk="1" hangingPunct="1"/>
            <a:r>
              <a:rPr sz="3600" dirty="0">
                <a:solidFill>
                  <a:srgbClr val="FFFF00"/>
                </a:solidFill>
              </a:rPr>
              <a:t>Take precaution to avoid touching of the tap during the procedure</a:t>
            </a:r>
            <a:endParaRPr sz="3600" dirty="0">
              <a:solidFill>
                <a:srgbClr val="FFFF00"/>
              </a:solidFill>
            </a:endParaRPr>
          </a:p>
          <a:p>
            <a:pPr eaLnBrk="1" hangingPunct="1"/>
            <a:r>
              <a:rPr sz="3600" dirty="0">
                <a:solidFill>
                  <a:srgbClr val="FFFF00"/>
                </a:solidFill>
              </a:rPr>
              <a:t>When rinsing do it only in one direction from the fingers to the elbow</a:t>
            </a:r>
            <a:endParaRPr sz="3600" dirty="0">
              <a:solidFill>
                <a:srgbClr val="FFFF00"/>
              </a:solidFill>
            </a:endParaRPr>
          </a:p>
          <a:p>
            <a:pPr eaLnBrk="1" hangingPunct="1"/>
            <a:r>
              <a:rPr sz="3600" dirty="0">
                <a:solidFill>
                  <a:srgbClr val="FFFF00"/>
                </a:solidFill>
              </a:rPr>
              <a:t>Close the tap with the elbow. Keeping hands together upright</a:t>
            </a:r>
            <a:endParaRPr sz="3600" dirty="0">
              <a:solidFill>
                <a:srgbClr val="FFFF00"/>
              </a:solidFill>
            </a:endParaRPr>
          </a:p>
          <a:p>
            <a:pPr eaLnBrk="1" hangingPunct="1"/>
            <a:r>
              <a:rPr sz="3600" dirty="0">
                <a:solidFill>
                  <a:srgbClr val="FFFF00"/>
                </a:solidFill>
              </a:rPr>
              <a:t>Circulating nurse will remove the mackintosh </a:t>
            </a:r>
            <a:endParaRPr sz="3600" dirty="0">
              <a:solidFill>
                <a:srgbClr val="FFFF00"/>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Title 1"/>
          <p:cNvSpPr>
            <a:spLocks noGrp="1"/>
          </p:cNvSpPr>
          <p:nvPr>
            <p:ph type="title"/>
          </p:nvPr>
        </p:nvSpPr>
        <p:spPr/>
        <p:txBody>
          <a:bodyPr vert="horz" anchor="t">
            <a:no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4000" b="0" i="0" u="none" strike="noStrike" kern="1200" cap="none" spc="-100" normalizeH="0" baseline="0" noProof="0" dirty="0" smtClean="0">
                <a:ln>
                  <a:noFill/>
                </a:ln>
                <a:solidFill>
                  <a:schemeClr val="accent2">
                    <a:lumMod val="40000"/>
                    <a:lumOff val="60000"/>
                  </a:schemeClr>
                </a:solidFill>
                <a:effectLst/>
                <a:uLnTx/>
                <a:uFillTx/>
                <a:latin typeface="+mj-lt"/>
                <a:ea typeface="+mj-ea"/>
                <a:cs typeface="+mj-cs"/>
              </a:rPr>
              <a:t>Drying</a:t>
            </a:r>
            <a:r>
              <a:rPr kumimoji="0" lang="en-US" sz="4000" b="0" i="0" u="none" strike="noStrike" kern="1200" cap="none" spc="-100" normalizeH="0" baseline="0" noProof="0" dirty="0" smtClean="0">
                <a:ln>
                  <a:noFill/>
                </a:ln>
                <a:solidFill>
                  <a:srgbClr val="FFFF00"/>
                </a:solidFill>
                <a:effectLst/>
                <a:uLnTx/>
                <a:uFillTx/>
                <a:latin typeface="+mj-lt"/>
                <a:ea typeface="+mj-ea"/>
                <a:cs typeface="+mj-cs"/>
              </a:rPr>
              <a:t> </a:t>
            </a:r>
            <a:endParaRPr kumimoji="0" lang="en-US" sz="4000" b="0" i="0" u="none" strike="noStrike" kern="1200" cap="none" spc="-100" normalizeH="0" baseline="0" noProof="0" dirty="0" smtClean="0">
              <a:ln>
                <a:noFill/>
              </a:ln>
              <a:solidFill>
                <a:srgbClr val="FFFF00"/>
              </a:solidFill>
              <a:effectLst/>
              <a:uLnTx/>
              <a:uFillTx/>
              <a:latin typeface="+mj-lt"/>
              <a:ea typeface="+mj-ea"/>
              <a:cs typeface="+mj-cs"/>
            </a:endParaRPr>
          </a:p>
        </p:txBody>
      </p:sp>
      <p:sp>
        <p:nvSpPr>
          <p:cNvPr id="57347" name="Content Placeholder 2"/>
          <p:cNvSpPr>
            <a:spLocks noGrp="1"/>
          </p:cNvSpPr>
          <p:nvPr>
            <p:ph idx="1"/>
          </p:nvPr>
        </p:nvSpPr>
        <p:spPr>
          <a:xfrm>
            <a:off x="533400" y="1295400"/>
            <a:ext cx="8610600" cy="5060950"/>
          </a:xfrm>
          <a:ln/>
        </p:spPr>
        <p:txBody>
          <a:bodyPr vert="horz" wrap="square" lIns="91440" tIns="45720" rIns="91440" bIns="45720" anchor="t" anchorCtr="0"/>
          <a:p>
            <a:pPr eaLnBrk="1" hangingPunct="1"/>
            <a:r>
              <a:rPr sz="3600" dirty="0">
                <a:solidFill>
                  <a:srgbClr val="FFFF00"/>
                </a:solidFill>
              </a:rPr>
              <a:t>Pick up the towel and step back</a:t>
            </a:r>
            <a:endParaRPr sz="3600" dirty="0">
              <a:solidFill>
                <a:srgbClr val="FFFF00"/>
              </a:solidFill>
            </a:endParaRPr>
          </a:p>
          <a:p>
            <a:pPr eaLnBrk="1" hangingPunct="1"/>
            <a:r>
              <a:rPr sz="3600" dirty="0">
                <a:solidFill>
                  <a:srgbClr val="FFFF00"/>
                </a:solidFill>
              </a:rPr>
              <a:t>Start with the left hand and blot dry the fingers , the webs of the hand and the palm</a:t>
            </a:r>
            <a:endParaRPr sz="3600" dirty="0">
              <a:solidFill>
                <a:srgbClr val="FFFF00"/>
              </a:solidFill>
            </a:endParaRPr>
          </a:p>
          <a:p>
            <a:pPr eaLnBrk="1" hangingPunct="1"/>
            <a:r>
              <a:rPr sz="3600" dirty="0">
                <a:solidFill>
                  <a:srgbClr val="FFFF00"/>
                </a:solidFill>
              </a:rPr>
              <a:t>Move to the back of the hand, fore arm using a circular movements to the elbows</a:t>
            </a:r>
            <a:endParaRPr sz="3600" dirty="0">
              <a:solidFill>
                <a:srgbClr val="FFFF00"/>
              </a:solidFill>
            </a:endParaRPr>
          </a:p>
          <a:p>
            <a:pPr eaLnBrk="1" hangingPunct="1"/>
            <a:r>
              <a:rPr sz="3600" dirty="0">
                <a:solidFill>
                  <a:srgbClr val="FFFF00"/>
                </a:solidFill>
              </a:rPr>
              <a:t>Using the dry part of the towel</a:t>
            </a:r>
            <a:endParaRPr sz="3600" dirty="0">
              <a:solidFill>
                <a:srgbClr val="FFFF00"/>
              </a:solidFill>
            </a:endParaRPr>
          </a:p>
          <a:p>
            <a:pPr eaLnBrk="1" hangingPunct="1"/>
            <a:r>
              <a:rPr sz="3600" dirty="0">
                <a:solidFill>
                  <a:srgbClr val="FFFF00"/>
                </a:solidFill>
              </a:rPr>
              <a:t>Repeat the same procedure on the other arm</a:t>
            </a:r>
            <a:endParaRPr sz="3600" dirty="0">
              <a:solidFill>
                <a:srgbClr val="FFFF00"/>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Title 1"/>
          <p:cNvSpPr>
            <a:spLocks noGrp="1"/>
          </p:cNvSpPr>
          <p:nvPr>
            <p:ph type="title"/>
          </p:nvPr>
        </p:nvSpPr>
        <p:spPr>
          <a:xfrm>
            <a:off x="457200" y="274638"/>
            <a:ext cx="8229600" cy="868363"/>
          </a:xfrm>
        </p:spPr>
        <p:txBody>
          <a:bodyPr vert="horz" anchor="t">
            <a:no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4000" b="0" i="0" u="none" strike="noStrike" kern="1200" cap="none" spc="-100" normalizeH="0" baseline="0" noProof="0" dirty="0" smtClean="0">
                <a:ln>
                  <a:noFill/>
                </a:ln>
                <a:solidFill>
                  <a:schemeClr val="accent2">
                    <a:lumMod val="40000"/>
                    <a:lumOff val="60000"/>
                  </a:schemeClr>
                </a:solidFill>
                <a:effectLst/>
                <a:uLnTx/>
                <a:uFillTx/>
                <a:latin typeface="+mj-lt"/>
                <a:ea typeface="+mj-ea"/>
                <a:cs typeface="+mj-cs"/>
              </a:rPr>
              <a:t>Gowning</a:t>
            </a:r>
            <a:r>
              <a:rPr kumimoji="0" lang="en-US" sz="4000" b="0" i="0" u="none" strike="noStrike" kern="1200" cap="none" spc="-100" normalizeH="0" baseline="0" noProof="0" dirty="0" smtClean="0">
                <a:ln>
                  <a:noFill/>
                </a:ln>
                <a:solidFill>
                  <a:srgbClr val="FFFF00"/>
                </a:solidFill>
                <a:effectLst/>
                <a:uLnTx/>
                <a:uFillTx/>
                <a:latin typeface="+mj-lt"/>
                <a:ea typeface="+mj-ea"/>
                <a:cs typeface="+mj-cs"/>
              </a:rPr>
              <a:t> </a:t>
            </a:r>
            <a:endParaRPr kumimoji="0" lang="en-US" sz="4000" b="0" i="0" u="none" strike="noStrike" kern="1200" cap="none" spc="-100" normalizeH="0" baseline="0" noProof="0" dirty="0" smtClean="0">
              <a:ln>
                <a:noFill/>
              </a:ln>
              <a:solidFill>
                <a:srgbClr val="FFFF00"/>
              </a:solidFill>
              <a:effectLst/>
              <a:uLnTx/>
              <a:uFillTx/>
              <a:latin typeface="+mj-lt"/>
              <a:ea typeface="+mj-ea"/>
              <a:cs typeface="+mj-cs"/>
            </a:endParaRPr>
          </a:p>
        </p:txBody>
      </p:sp>
      <p:sp>
        <p:nvSpPr>
          <p:cNvPr id="58371" name="Content Placeholder 2"/>
          <p:cNvSpPr>
            <a:spLocks noGrp="1"/>
          </p:cNvSpPr>
          <p:nvPr>
            <p:ph idx="1"/>
          </p:nvPr>
        </p:nvSpPr>
        <p:spPr>
          <a:xfrm>
            <a:off x="457200" y="914400"/>
            <a:ext cx="8686800" cy="5562600"/>
          </a:xfrm>
          <a:ln/>
        </p:spPr>
        <p:txBody>
          <a:bodyPr vert="horz" wrap="square" lIns="91440" tIns="45720" rIns="91440" bIns="45720" anchor="t" anchorCtr="0"/>
          <a:p>
            <a:pPr eaLnBrk="1" hangingPunct="1"/>
            <a:r>
              <a:rPr sz="3600" dirty="0">
                <a:solidFill>
                  <a:srgbClr val="FFFF00"/>
                </a:solidFill>
              </a:rPr>
              <a:t> Pick a gown and step back</a:t>
            </a:r>
            <a:endParaRPr sz="3600" dirty="0">
              <a:solidFill>
                <a:srgbClr val="FFFF00"/>
              </a:solidFill>
            </a:endParaRPr>
          </a:p>
          <a:p>
            <a:pPr eaLnBrk="1" hangingPunct="1"/>
            <a:r>
              <a:rPr sz="3600" dirty="0">
                <a:solidFill>
                  <a:srgbClr val="FFFF00"/>
                </a:solidFill>
              </a:rPr>
              <a:t>Hold the neck band and let the bottom hem drop</a:t>
            </a:r>
            <a:endParaRPr sz="3600" dirty="0">
              <a:solidFill>
                <a:srgbClr val="FFFF00"/>
              </a:solidFill>
            </a:endParaRPr>
          </a:p>
          <a:p>
            <a:pPr eaLnBrk="1" hangingPunct="1"/>
            <a:r>
              <a:rPr sz="3600" dirty="0">
                <a:solidFill>
                  <a:srgbClr val="FFFF00"/>
                </a:solidFill>
              </a:rPr>
              <a:t>Open the gown and slide both hands in through the arm holes</a:t>
            </a:r>
            <a:endParaRPr sz="3600" dirty="0">
              <a:solidFill>
                <a:srgbClr val="FFFF00"/>
              </a:solidFill>
            </a:endParaRPr>
          </a:p>
          <a:p>
            <a:pPr eaLnBrk="1" hangingPunct="1"/>
            <a:r>
              <a:rPr sz="3600" dirty="0">
                <a:solidFill>
                  <a:srgbClr val="FFFF00"/>
                </a:solidFill>
              </a:rPr>
              <a:t>Don’t touch the outside of the gown with your bare hands</a:t>
            </a:r>
            <a:endParaRPr sz="3600" dirty="0">
              <a:solidFill>
                <a:srgbClr val="FFFF00"/>
              </a:solidFill>
            </a:endParaRPr>
          </a:p>
          <a:p>
            <a:pPr eaLnBrk="1" hangingPunct="1"/>
            <a:r>
              <a:rPr sz="3600" dirty="0">
                <a:solidFill>
                  <a:srgbClr val="FFFF00"/>
                </a:solidFill>
              </a:rPr>
              <a:t>The runner nurse ties the neck and shoulder bands then wristbands without touching the gown</a:t>
            </a:r>
            <a:endParaRPr sz="3600" dirty="0">
              <a:solidFill>
                <a:srgbClr val="FFFF00"/>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Content Placeholder 2"/>
          <p:cNvSpPr>
            <a:spLocks noGrp="1"/>
          </p:cNvSpPr>
          <p:nvPr>
            <p:ph idx="1"/>
          </p:nvPr>
        </p:nvSpPr>
        <p:spPr>
          <a:xfrm>
            <a:off x="685800" y="457200"/>
            <a:ext cx="8001000" cy="5668963"/>
          </a:xfrm>
        </p:spPr>
        <p:txBody>
          <a:bodyPr vert="horz" wrap="square" lIns="91440" tIns="45720" rIns="91440" bIns="45720" numCol="1" anchor="t" anchorCtr="0" compatLnSpc="1"/>
          <a:lstStyle/>
          <a:p>
            <a:pPr marL="411480" marR="0" lvl="0" indent="-342900" algn="l" defTabSz="914400" rtl="0" eaLnBrk="1" fontAlgn="base" latinLnBrk="0" hangingPunct="1">
              <a:lnSpc>
                <a:spcPct val="100000"/>
              </a:lnSpc>
              <a:spcBef>
                <a:spcPts val="700"/>
              </a:spcBef>
              <a:spcAft>
                <a:spcPct val="0"/>
              </a:spcAft>
              <a:buClr>
                <a:schemeClr val="tx2"/>
              </a:buClr>
              <a:buSzPct val="95000"/>
              <a:buFont typeface="Arial" panose="020B0604020202020204" pitchFamily="34" charset="0"/>
              <a:buNone/>
              <a:defRPr/>
            </a:pPr>
            <a:r>
              <a:rPr kumimoji="0" lang="en-US" sz="4000" b="1" i="0" u="sng" strike="noStrike" kern="1200" cap="none" spc="0" normalizeH="0" baseline="0" noProof="0" dirty="0" smtClean="0">
                <a:ln>
                  <a:noFill/>
                </a:ln>
                <a:solidFill>
                  <a:schemeClr val="tx2">
                    <a:lumMod val="75000"/>
                  </a:schemeClr>
                </a:solidFill>
                <a:effectLst/>
                <a:uLnTx/>
                <a:uFillTx/>
                <a:latin typeface="+mn-lt"/>
                <a:ea typeface="+mn-ea"/>
                <a:cs typeface="+mn-cs"/>
              </a:rPr>
              <a:t>Skin preparations</a:t>
            </a:r>
            <a:endParaRPr kumimoji="0" lang="en-US" sz="4000" b="1" i="0" u="sng" strike="noStrike" kern="1200" cap="none" spc="0" normalizeH="0" baseline="0" noProof="0" dirty="0" smtClean="0">
              <a:ln>
                <a:noFill/>
              </a:ln>
              <a:solidFill>
                <a:schemeClr val="tx2">
                  <a:lumMod val="75000"/>
                </a:schemeClr>
              </a:solidFill>
              <a:effectLst/>
              <a:uLnTx/>
              <a:uFillTx/>
              <a:latin typeface="+mn-lt"/>
              <a:ea typeface="+mn-ea"/>
              <a:cs typeface="+mn-cs"/>
            </a:endParaRPr>
          </a:p>
          <a:p>
            <a:pPr marL="411480" marR="0" lvl="0" indent="-342900" algn="l" defTabSz="914400" rtl="0" eaLnBrk="1" fontAlgn="base" latinLnBrk="0" hangingPunct="1">
              <a:lnSpc>
                <a:spcPct val="100000"/>
              </a:lnSpc>
              <a:spcBef>
                <a:spcPts val="700"/>
              </a:spcBef>
              <a:spcAft>
                <a:spcPct val="0"/>
              </a:spcAft>
              <a:buClr>
                <a:schemeClr val="tx2"/>
              </a:buClr>
              <a:buSzPct val="95000"/>
              <a:buFont typeface="Wingdings" panose="05000000000000000000" pitchFamily="2" charset="2"/>
              <a:buChar char=""/>
              <a:defRPr/>
            </a:pPr>
            <a:r>
              <a:rPr kumimoji="0" lang="en-US" sz="4000" b="0" i="0" u="none" strike="noStrike" kern="1200" cap="none" spc="0" normalizeH="0" baseline="0" noProof="0" dirty="0" smtClean="0">
                <a:ln>
                  <a:noFill/>
                </a:ln>
                <a:solidFill>
                  <a:srgbClr val="FFFF00"/>
                </a:solidFill>
                <a:effectLst/>
                <a:uLnTx/>
                <a:uFillTx/>
                <a:latin typeface="+mn-lt"/>
                <a:ea typeface="+mn-ea"/>
                <a:cs typeface="+mn-cs"/>
              </a:rPr>
              <a:t>Depends on the area of the operation</a:t>
            </a:r>
            <a:endParaRPr kumimoji="0" lang="en-US" sz="4000" b="0" i="0" u="none" strike="noStrike" kern="1200" cap="none" spc="0" normalizeH="0" baseline="0" noProof="0" dirty="0" smtClean="0">
              <a:ln>
                <a:noFill/>
              </a:ln>
              <a:solidFill>
                <a:srgbClr val="FFFF00"/>
              </a:solidFill>
              <a:effectLst/>
              <a:uLnTx/>
              <a:uFillTx/>
              <a:latin typeface="+mn-lt"/>
              <a:ea typeface="+mn-ea"/>
              <a:cs typeface="+mn-cs"/>
            </a:endParaRPr>
          </a:p>
          <a:p>
            <a:pPr marL="411480" marR="0" lvl="0" indent="-342900" algn="l" defTabSz="914400" rtl="0" eaLnBrk="1" fontAlgn="base" latinLnBrk="0" hangingPunct="1">
              <a:lnSpc>
                <a:spcPct val="100000"/>
              </a:lnSpc>
              <a:spcBef>
                <a:spcPts val="700"/>
              </a:spcBef>
              <a:spcAft>
                <a:spcPct val="0"/>
              </a:spcAft>
              <a:buClr>
                <a:schemeClr val="tx2"/>
              </a:buClr>
              <a:buSzPct val="95000"/>
              <a:buFont typeface="Wingdings" panose="05000000000000000000" pitchFamily="2" charset="2"/>
              <a:buChar char=""/>
              <a:defRPr/>
            </a:pPr>
            <a:r>
              <a:rPr kumimoji="0" lang="en-US" sz="4000" b="0" i="0" u="none" strike="noStrike" kern="1200" cap="none" spc="0" normalizeH="0" baseline="0" noProof="0" dirty="0" smtClean="0">
                <a:ln>
                  <a:noFill/>
                </a:ln>
                <a:solidFill>
                  <a:srgbClr val="FFFF00"/>
                </a:solidFill>
                <a:effectLst/>
                <a:uLnTx/>
                <a:uFillTx/>
                <a:latin typeface="+mn-lt"/>
                <a:ea typeface="+mn-ea"/>
                <a:cs typeface="+mn-cs"/>
              </a:rPr>
              <a:t>Sponge the skin with a disinfectant </a:t>
            </a:r>
            <a:r>
              <a:rPr kumimoji="0" lang="en-US" sz="4000" b="0" i="0" u="none" strike="noStrike" kern="1200" cap="none" spc="0" normalizeH="0" baseline="0" noProof="0" dirty="0" err="1" smtClean="0">
                <a:ln>
                  <a:noFill/>
                </a:ln>
                <a:solidFill>
                  <a:srgbClr val="FFFF00"/>
                </a:solidFill>
                <a:effectLst/>
                <a:uLnTx/>
                <a:uFillTx/>
                <a:latin typeface="+mn-lt"/>
                <a:ea typeface="+mn-ea"/>
                <a:cs typeface="+mn-cs"/>
              </a:rPr>
              <a:t>e.g</a:t>
            </a:r>
            <a:r>
              <a:rPr kumimoji="0" lang="en-US" sz="4000" b="0" i="0" u="none" strike="noStrike" kern="1200" cap="none" spc="0" normalizeH="0" baseline="0" noProof="0" dirty="0" smtClean="0">
                <a:ln>
                  <a:noFill/>
                </a:ln>
                <a:solidFill>
                  <a:srgbClr val="FFFF00"/>
                </a:solidFill>
                <a:effectLst/>
                <a:uLnTx/>
                <a:uFillTx/>
                <a:latin typeface="+mn-lt"/>
                <a:ea typeface="+mn-ea"/>
                <a:cs typeface="+mn-cs"/>
              </a:rPr>
              <a:t> </a:t>
            </a:r>
            <a:r>
              <a:rPr kumimoji="0" lang="en-US" sz="4000" b="0" i="0" u="none" strike="noStrike" kern="1200" cap="none" spc="0" normalizeH="0" baseline="0" noProof="0" dirty="0" err="1" smtClean="0">
                <a:ln>
                  <a:noFill/>
                </a:ln>
                <a:solidFill>
                  <a:srgbClr val="FFFF00"/>
                </a:solidFill>
                <a:effectLst/>
                <a:uLnTx/>
                <a:uFillTx/>
                <a:latin typeface="+mn-lt"/>
                <a:ea typeface="+mn-ea"/>
                <a:cs typeface="+mn-cs"/>
              </a:rPr>
              <a:t>hibitane</a:t>
            </a:r>
            <a:r>
              <a:rPr kumimoji="0" lang="en-US" sz="4000" b="0" i="0" u="none" strike="noStrike" kern="1200" cap="none" spc="0" normalizeH="0" baseline="0" noProof="0" dirty="0" smtClean="0">
                <a:ln>
                  <a:noFill/>
                </a:ln>
                <a:solidFill>
                  <a:srgbClr val="FFFF00"/>
                </a:solidFill>
                <a:effectLst/>
                <a:uLnTx/>
                <a:uFillTx/>
                <a:latin typeface="+mn-lt"/>
                <a:ea typeface="+mn-ea"/>
                <a:cs typeface="+mn-cs"/>
              </a:rPr>
              <a:t> in spirit</a:t>
            </a:r>
            <a:endParaRPr kumimoji="0" lang="en-US" sz="4000" b="0" i="0" u="none" strike="noStrike" kern="1200" cap="none" spc="0" normalizeH="0" baseline="0" noProof="0" dirty="0" smtClean="0">
              <a:ln>
                <a:noFill/>
              </a:ln>
              <a:solidFill>
                <a:srgbClr val="FFFF00"/>
              </a:solidFill>
              <a:effectLst/>
              <a:uLnTx/>
              <a:uFillTx/>
              <a:latin typeface="+mn-lt"/>
              <a:ea typeface="+mn-ea"/>
              <a:cs typeface="+mn-cs"/>
            </a:endParaRPr>
          </a:p>
          <a:p>
            <a:pPr marL="411480" marR="0" lvl="0" indent="-342900" algn="l" defTabSz="914400" rtl="0" eaLnBrk="1" fontAlgn="base" latinLnBrk="0" hangingPunct="1">
              <a:lnSpc>
                <a:spcPct val="100000"/>
              </a:lnSpc>
              <a:spcBef>
                <a:spcPts val="700"/>
              </a:spcBef>
              <a:spcAft>
                <a:spcPct val="0"/>
              </a:spcAft>
              <a:buClr>
                <a:schemeClr val="tx2"/>
              </a:buClr>
              <a:buSzPct val="95000"/>
              <a:buFont typeface="Wingdings" panose="05000000000000000000" pitchFamily="2" charset="2"/>
              <a:buChar char=""/>
              <a:defRPr/>
            </a:pPr>
            <a:r>
              <a:rPr kumimoji="0" lang="en-US" sz="4000" b="0" i="0" u="none" strike="noStrike" kern="1200" cap="none" spc="0" normalizeH="0" baseline="0" noProof="0" dirty="0" smtClean="0">
                <a:ln>
                  <a:noFill/>
                </a:ln>
                <a:solidFill>
                  <a:srgbClr val="FFFF00"/>
                </a:solidFill>
                <a:effectLst/>
                <a:uLnTx/>
                <a:uFillTx/>
                <a:latin typeface="+mn-lt"/>
                <a:ea typeface="+mn-ea"/>
                <a:cs typeface="+mn-cs"/>
              </a:rPr>
              <a:t>After sponging, the area is swabbed with iodine in spirit or </a:t>
            </a:r>
            <a:r>
              <a:rPr kumimoji="0" lang="en-US" sz="4000" b="0" i="0" u="none" strike="noStrike" kern="1200" cap="none" spc="0" normalizeH="0" baseline="0" noProof="0" dirty="0" err="1" smtClean="0">
                <a:ln>
                  <a:noFill/>
                </a:ln>
                <a:solidFill>
                  <a:srgbClr val="FFFF00"/>
                </a:solidFill>
                <a:effectLst/>
                <a:uLnTx/>
                <a:uFillTx/>
                <a:latin typeface="+mn-lt"/>
                <a:ea typeface="+mn-ea"/>
                <a:cs typeface="+mn-cs"/>
              </a:rPr>
              <a:t>hibitane</a:t>
            </a:r>
            <a:r>
              <a:rPr kumimoji="0" lang="en-US" sz="4000" b="0" i="0" u="none" strike="noStrike" kern="1200" cap="none" spc="0" normalizeH="0" baseline="0" noProof="0" dirty="0" smtClean="0">
                <a:ln>
                  <a:noFill/>
                </a:ln>
                <a:solidFill>
                  <a:srgbClr val="FFFF00"/>
                </a:solidFill>
                <a:effectLst/>
                <a:uLnTx/>
                <a:uFillTx/>
                <a:latin typeface="+mn-lt"/>
                <a:ea typeface="+mn-ea"/>
                <a:cs typeface="+mn-cs"/>
              </a:rPr>
              <a:t> 5% in 70% alcohol</a:t>
            </a:r>
            <a:endParaRPr kumimoji="0" lang="en-US" sz="4000" b="0" i="0" u="none" strike="noStrike" kern="1200" cap="none" spc="0" normalizeH="0" baseline="0" noProof="0" dirty="0" smtClean="0">
              <a:ln>
                <a:noFill/>
              </a:ln>
              <a:solidFill>
                <a:srgbClr val="FFFF00"/>
              </a:solidFill>
              <a:effectLst/>
              <a:uLnTx/>
              <a:uFillTx/>
              <a:latin typeface="+mn-lt"/>
              <a:ea typeface="+mn-ea"/>
              <a:cs typeface="+mn-cs"/>
            </a:endParaRPr>
          </a:p>
          <a:p>
            <a:pPr marL="411480" marR="0" lvl="0" indent="-342900" algn="l" defTabSz="914400" rtl="0" eaLnBrk="1" fontAlgn="base" latinLnBrk="0" hangingPunct="1">
              <a:lnSpc>
                <a:spcPct val="100000"/>
              </a:lnSpc>
              <a:spcBef>
                <a:spcPts val="700"/>
              </a:spcBef>
              <a:spcAft>
                <a:spcPct val="0"/>
              </a:spcAft>
              <a:buClr>
                <a:schemeClr val="tx2"/>
              </a:buClr>
              <a:buSzPct val="95000"/>
              <a:buFont typeface="Arial" panose="020B0604020202020204" pitchFamily="34" charset="0"/>
              <a:buNone/>
              <a:defRPr/>
            </a:pPr>
            <a:endParaRPr kumimoji="0" lang="en-US" sz="3000" b="0" i="0" u="none" strike="noStrike" kern="1200" cap="none" spc="0" normalizeH="0" baseline="0" noProof="0" dirty="0" smtClean="0">
              <a:ln>
                <a:noFill/>
              </a:ln>
              <a:solidFill>
                <a:srgbClr val="FFFF00"/>
              </a:solidFill>
              <a:effectLst/>
              <a:uLnTx/>
              <a:uFillTx/>
              <a:latin typeface="+mn-lt"/>
              <a:ea typeface="+mn-ea"/>
              <a:cs typeface="+mn-cs"/>
            </a:endParaRPr>
          </a:p>
          <a:p>
            <a:pPr marL="411480" marR="0" lvl="0" indent="-342900" algn="l" defTabSz="914400" rtl="0" eaLnBrk="1" fontAlgn="base" latinLnBrk="0" hangingPunct="1">
              <a:lnSpc>
                <a:spcPct val="100000"/>
              </a:lnSpc>
              <a:spcBef>
                <a:spcPts val="700"/>
              </a:spcBef>
              <a:spcAft>
                <a:spcPct val="0"/>
              </a:spcAft>
              <a:buClr>
                <a:schemeClr val="tx2"/>
              </a:buClr>
              <a:buSzPct val="95000"/>
              <a:buFont typeface="Arial" panose="020B0604020202020204" pitchFamily="34" charset="0"/>
              <a:buNone/>
              <a:defRPr/>
            </a:pPr>
            <a:endParaRPr kumimoji="0" lang="en-US" sz="3000" b="0" i="0" u="none" strike="noStrike" kern="1200" cap="none" spc="0" normalizeH="0" baseline="0" noProof="0" dirty="0" smtClean="0">
              <a:ln>
                <a:noFill/>
              </a:ln>
              <a:solidFill>
                <a:srgbClr val="FFFF00"/>
              </a:solidFill>
              <a:effectLst/>
              <a:uLnTx/>
              <a:uFillTx/>
              <a:latin typeface="+mn-lt"/>
              <a:ea typeface="+mn-ea"/>
              <a:cs typeface="+mn-cs"/>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Title 1"/>
          <p:cNvSpPr>
            <a:spLocks noGrp="1"/>
          </p:cNvSpPr>
          <p:nvPr>
            <p:ph type="title"/>
          </p:nvPr>
        </p:nvSpPr>
        <p:spPr/>
        <p:txBody>
          <a:bodyPr vert="horz" anchor="t">
            <a:no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4000" b="0" i="0" u="none" strike="noStrike" kern="1200" cap="none" spc="-100" normalizeH="0" baseline="0" noProof="0" dirty="0" smtClean="0">
                <a:ln>
                  <a:noFill/>
                </a:ln>
                <a:solidFill>
                  <a:schemeClr val="accent2">
                    <a:lumMod val="40000"/>
                    <a:lumOff val="60000"/>
                  </a:schemeClr>
                </a:solidFill>
                <a:effectLst/>
                <a:uLnTx/>
                <a:uFillTx/>
                <a:latin typeface="+mj-lt"/>
                <a:ea typeface="+mj-ea"/>
                <a:cs typeface="+mj-cs"/>
              </a:rPr>
              <a:t>Draping the patient </a:t>
            </a:r>
            <a:endParaRPr kumimoji="0" lang="en-US" sz="4000" b="0" i="0" u="none" strike="noStrike" kern="1200" cap="none" spc="-100" normalizeH="0" baseline="0" noProof="0" dirty="0" smtClean="0">
              <a:ln>
                <a:noFill/>
              </a:ln>
              <a:solidFill>
                <a:schemeClr val="accent2">
                  <a:lumMod val="40000"/>
                  <a:lumOff val="60000"/>
                </a:schemeClr>
              </a:solidFill>
              <a:effectLst/>
              <a:uLnTx/>
              <a:uFillTx/>
              <a:latin typeface="+mj-lt"/>
              <a:ea typeface="+mj-ea"/>
              <a:cs typeface="+mj-cs"/>
            </a:endParaRPr>
          </a:p>
        </p:txBody>
      </p:sp>
      <p:sp>
        <p:nvSpPr>
          <p:cNvPr id="60419" name="Content Placeholder 2"/>
          <p:cNvSpPr>
            <a:spLocks noGrp="1"/>
          </p:cNvSpPr>
          <p:nvPr>
            <p:ph idx="1"/>
          </p:nvPr>
        </p:nvSpPr>
        <p:spPr>
          <a:ln/>
        </p:spPr>
        <p:txBody>
          <a:bodyPr vert="horz" wrap="square" lIns="91440" tIns="45720" rIns="91440" bIns="45720" anchor="t" anchorCtr="0"/>
          <a:p>
            <a:pPr eaLnBrk="1" hangingPunct="1"/>
            <a:r>
              <a:rPr sz="3600" dirty="0">
                <a:solidFill>
                  <a:srgbClr val="FFFF00"/>
                </a:solidFill>
              </a:rPr>
              <a:t>This helps maintain an adequate sterile field during the operation</a:t>
            </a:r>
            <a:endParaRPr sz="3600" dirty="0">
              <a:solidFill>
                <a:srgbClr val="FFFF00"/>
              </a:solidFill>
            </a:endParaRPr>
          </a:p>
          <a:p>
            <a:pPr eaLnBrk="1" hangingPunct="1"/>
            <a:r>
              <a:rPr sz="3600" dirty="0">
                <a:solidFill>
                  <a:srgbClr val="FFFF00"/>
                </a:solidFill>
              </a:rPr>
              <a:t>Scrub nurse gives the surgeon the sterile drapes</a:t>
            </a:r>
            <a:endParaRPr sz="3600" dirty="0">
              <a:solidFill>
                <a:srgbClr val="FFFF00"/>
              </a:solidFill>
            </a:endParaRPr>
          </a:p>
          <a:p>
            <a:pPr eaLnBrk="1" hangingPunct="1"/>
            <a:r>
              <a:rPr sz="3600" dirty="0">
                <a:solidFill>
                  <a:srgbClr val="FFFF00"/>
                </a:solidFill>
              </a:rPr>
              <a:t>The surgeon covers the area above, below the operation site and the sides</a:t>
            </a:r>
            <a:endParaRPr sz="3600" dirty="0">
              <a:solidFill>
                <a:srgbClr val="FFFF00"/>
              </a:solidFill>
            </a:endParaRPr>
          </a:p>
          <a:p>
            <a:pPr eaLnBrk="1" hangingPunct="1"/>
            <a:r>
              <a:rPr sz="3600" dirty="0">
                <a:solidFill>
                  <a:srgbClr val="FFFF00"/>
                </a:solidFill>
              </a:rPr>
              <a:t>The drapes are secured with clips </a:t>
            </a:r>
            <a:endParaRPr sz="3600" dirty="0">
              <a:solidFill>
                <a:srgbClr val="FFFF00"/>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Title 1"/>
          <p:cNvSpPr>
            <a:spLocks noGrp="1"/>
          </p:cNvSpPr>
          <p:nvPr>
            <p:ph type="title"/>
          </p:nvPr>
        </p:nvSpPr>
        <p:spPr/>
        <p:txBody>
          <a:bodyPr vert="horz" anchor="t">
            <a:no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4000" b="0" i="0" u="none" strike="noStrike" kern="1200" cap="none" spc="-100" normalizeH="0" baseline="0" noProof="0" dirty="0" smtClean="0">
                <a:ln>
                  <a:noFill/>
                </a:ln>
                <a:solidFill>
                  <a:schemeClr val="accent2">
                    <a:lumMod val="40000"/>
                    <a:lumOff val="60000"/>
                  </a:schemeClr>
                </a:solidFill>
                <a:effectLst/>
                <a:uLnTx/>
                <a:uFillTx/>
                <a:latin typeface="+mj-lt"/>
                <a:ea typeface="+mj-ea"/>
                <a:cs typeface="+mj-cs"/>
              </a:rPr>
              <a:t>Positioning the patient </a:t>
            </a:r>
            <a:endParaRPr kumimoji="0" lang="en-US" sz="4000" b="0" i="0" u="none" strike="noStrike" kern="1200" cap="none" spc="-100" normalizeH="0" baseline="0" noProof="0" dirty="0" smtClean="0">
              <a:ln>
                <a:noFill/>
              </a:ln>
              <a:solidFill>
                <a:schemeClr val="accent2">
                  <a:lumMod val="40000"/>
                  <a:lumOff val="60000"/>
                </a:schemeClr>
              </a:solidFill>
              <a:effectLst/>
              <a:uLnTx/>
              <a:uFillTx/>
              <a:latin typeface="+mj-lt"/>
              <a:ea typeface="+mj-ea"/>
              <a:cs typeface="+mj-cs"/>
            </a:endParaRPr>
          </a:p>
        </p:txBody>
      </p:sp>
      <p:sp>
        <p:nvSpPr>
          <p:cNvPr id="61443" name="Content Placeholder 2"/>
          <p:cNvSpPr>
            <a:spLocks noGrp="1"/>
          </p:cNvSpPr>
          <p:nvPr>
            <p:ph idx="1"/>
          </p:nvPr>
        </p:nvSpPr>
        <p:spPr>
          <a:ln/>
        </p:spPr>
        <p:txBody>
          <a:bodyPr vert="horz" wrap="square" lIns="91440" tIns="45720" rIns="91440" bIns="45720" anchor="t" anchorCtr="0"/>
          <a:p>
            <a:pPr eaLnBrk="1" hangingPunct="1"/>
            <a:r>
              <a:rPr sz="4000" dirty="0">
                <a:solidFill>
                  <a:srgbClr val="FFFF00"/>
                </a:solidFill>
              </a:rPr>
              <a:t>This is done by other team members who have not scrubbed</a:t>
            </a:r>
            <a:endParaRPr sz="4000" dirty="0">
              <a:solidFill>
                <a:srgbClr val="FFFF00"/>
              </a:solidFill>
            </a:endParaRPr>
          </a:p>
          <a:p>
            <a:pPr eaLnBrk="1" hangingPunct="1"/>
            <a:r>
              <a:rPr sz="4000" dirty="0">
                <a:solidFill>
                  <a:srgbClr val="FFFF00"/>
                </a:solidFill>
              </a:rPr>
              <a:t>The patient is positioned before skin preparation and draping</a:t>
            </a:r>
            <a:endParaRPr sz="4000" dirty="0">
              <a:solidFill>
                <a:srgbClr val="FFFF00"/>
              </a:solidFill>
            </a:endParaRPr>
          </a:p>
          <a:p>
            <a:pPr eaLnBrk="1" hangingPunct="1"/>
            <a:r>
              <a:rPr sz="4000" dirty="0">
                <a:solidFill>
                  <a:srgbClr val="FFFF00"/>
                </a:solidFill>
              </a:rPr>
              <a:t>It includes placing the patient to the desired level of surgery.</a:t>
            </a:r>
            <a:endParaRPr sz="4000" dirty="0">
              <a:solidFill>
                <a:srgbClr val="FFFF00"/>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Title 1"/>
          <p:cNvSpPr>
            <a:spLocks noGrp="1"/>
          </p:cNvSpPr>
          <p:nvPr>
            <p:ph type="title"/>
          </p:nvPr>
        </p:nvSpPr>
        <p:spPr>
          <a:xfrm>
            <a:off x="457200" y="274638"/>
            <a:ext cx="6324600" cy="1143000"/>
          </a:xfrm>
        </p:spPr>
        <p:txBody>
          <a:bodyPr vert="horz" anchor="t">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4000" b="0" i="0" u="none" strike="noStrike" kern="1200" cap="none" spc="-100" normalizeH="0" baseline="0" noProof="0" dirty="0" smtClean="0">
                <a:ln>
                  <a:noFill/>
                </a:ln>
                <a:solidFill>
                  <a:srgbClr val="FFFF00"/>
                </a:solidFill>
                <a:effectLst/>
                <a:uLnTx/>
                <a:uFillTx/>
                <a:latin typeface="+mj-lt"/>
                <a:ea typeface="+mj-ea"/>
                <a:cs typeface="+mj-cs"/>
              </a:rPr>
              <a:t>TRENDELENBURG POSITION</a:t>
            </a:r>
            <a:endParaRPr kumimoji="0" lang="en-US" sz="4000" b="0" i="0" u="none" strike="noStrike" kern="1200" cap="none" spc="-100" normalizeH="0" baseline="0" noProof="0" dirty="0" smtClean="0">
              <a:ln>
                <a:noFill/>
              </a:ln>
              <a:solidFill>
                <a:srgbClr val="FFFF00"/>
              </a:solidFill>
              <a:effectLst/>
              <a:uLnTx/>
              <a:uFillTx/>
              <a:latin typeface="+mj-lt"/>
              <a:ea typeface="+mj-ea"/>
              <a:cs typeface="+mj-cs"/>
            </a:endParaRPr>
          </a:p>
        </p:txBody>
      </p:sp>
      <p:pic>
        <p:nvPicPr>
          <p:cNvPr id="62467" name="ia_el_11_innerEl" descr="Patient in Trendelenburg position"/>
          <p:cNvPicPr>
            <a:picLocks noGrp="1" noChangeAspect="1"/>
          </p:cNvPicPr>
          <p:nvPr>
            <p:ph type="pic" idx="1"/>
          </p:nvPr>
        </p:nvPicPr>
        <p:blipFill>
          <a:blip r:embed="rId1"/>
          <a:srcRect l="20000" r="20000"/>
          <a:stretch>
            <a:fillRect/>
          </a:stretch>
        </p:blipFill>
        <p:spPr>
          <a:xfrm>
            <a:off x="838200" y="1600200"/>
            <a:ext cx="8001000" cy="4873625"/>
          </a:xfrm>
          <a:ln/>
        </p:spPr>
      </p:pic>
      <p:sp>
        <p:nvSpPr>
          <p:cNvPr id="55300" name="Text Placeholder 3"/>
          <p:cNvSpPr>
            <a:spLocks noGrp="1"/>
          </p:cNvSpPr>
          <p:nvPr>
            <p:ph type="body" sz="half" idx="1"/>
          </p:nvPr>
        </p:nvSpPr>
        <p:spPr>
          <a:xfrm>
            <a:off x="6553200" y="304800"/>
            <a:ext cx="2590800" cy="6553200"/>
          </a:xfrm>
          <a:solidFill>
            <a:schemeClr val="bg2">
              <a:lumMod val="50000"/>
            </a:schemeClr>
          </a:solidFill>
        </p:spPr>
        <p:txBody>
          <a:bodyPr vert="horz" wrap="square" lIns="91440" tIns="45720" rIns="91440" bIns="45720" numCol="1" anchor="t" anchorCtr="0" compatLnSpc="1"/>
          <a:lstStyle/>
          <a:p>
            <a:pPr marL="411480" marR="0" lvl="0" indent="-342900" algn="l" defTabSz="914400" rtl="0" eaLnBrk="1" fontAlgn="base" latinLnBrk="0" hangingPunct="1">
              <a:lnSpc>
                <a:spcPct val="100000"/>
              </a:lnSpc>
              <a:spcBef>
                <a:spcPts val="700"/>
              </a:spcBef>
              <a:spcAft>
                <a:spcPct val="0"/>
              </a:spcAft>
              <a:buClr>
                <a:schemeClr val="tx2"/>
              </a:buClr>
              <a:buSzPct val="95000"/>
              <a:buFont typeface="Wingdings" panose="05000000000000000000" pitchFamily="2" charset="2"/>
              <a:buChar char=""/>
              <a:defRPr/>
            </a:pPr>
            <a:r>
              <a:rPr kumimoji="0" lang="en-US" sz="3600" b="1" i="0" u="none" strike="noStrike" kern="1200" cap="none" spc="0" normalizeH="0" baseline="0" noProof="0" dirty="0" smtClean="0">
                <a:ln>
                  <a:noFill/>
                </a:ln>
                <a:solidFill>
                  <a:srgbClr val="FFFF00"/>
                </a:solidFill>
                <a:effectLst/>
                <a:uLnTx/>
                <a:uFillTx/>
                <a:latin typeface="+mn-lt"/>
                <a:ea typeface="+mn-ea"/>
                <a:cs typeface="+mn-cs"/>
              </a:rPr>
              <a:t>Common for pelvic operations</a:t>
            </a:r>
            <a:endParaRPr kumimoji="0" lang="en-US" sz="3600" b="1" i="0" u="none" strike="noStrike" kern="1200" cap="none" spc="0" normalizeH="0" baseline="0" noProof="0" dirty="0" smtClean="0">
              <a:ln>
                <a:noFill/>
              </a:ln>
              <a:solidFill>
                <a:srgbClr val="FFFF00"/>
              </a:solidFill>
              <a:effectLst/>
              <a:uLnTx/>
              <a:uFillTx/>
              <a:latin typeface="+mn-lt"/>
              <a:ea typeface="+mn-ea"/>
              <a:cs typeface="+mn-cs"/>
            </a:endParaRPr>
          </a:p>
          <a:p>
            <a:pPr marL="411480" marR="0" lvl="0" indent="-342900" algn="l" defTabSz="914400" rtl="0" eaLnBrk="1" fontAlgn="base" latinLnBrk="0" hangingPunct="1">
              <a:lnSpc>
                <a:spcPct val="100000"/>
              </a:lnSpc>
              <a:spcBef>
                <a:spcPts val="700"/>
              </a:spcBef>
              <a:spcAft>
                <a:spcPct val="0"/>
              </a:spcAft>
              <a:buClr>
                <a:schemeClr val="tx2"/>
              </a:buClr>
              <a:buSzPct val="95000"/>
              <a:buFont typeface="Wingdings" panose="05000000000000000000" pitchFamily="2" charset="2"/>
              <a:buChar char=""/>
              <a:defRPr/>
            </a:pPr>
            <a:r>
              <a:rPr kumimoji="0" lang="en-US" sz="3600" b="1" i="0" u="none" strike="noStrike" kern="1200" cap="none" spc="0" normalizeH="0" baseline="0" noProof="0" dirty="0" smtClean="0">
                <a:ln>
                  <a:noFill/>
                </a:ln>
                <a:solidFill>
                  <a:srgbClr val="FFFF00"/>
                </a:solidFill>
                <a:effectLst/>
                <a:uLnTx/>
                <a:uFillTx/>
                <a:latin typeface="+mn-lt"/>
                <a:ea typeface="+mn-ea"/>
                <a:cs typeface="+mn-cs"/>
              </a:rPr>
              <a:t>Patient is in supine ,head lowered and the knees are flexed</a:t>
            </a:r>
            <a:endParaRPr kumimoji="0" lang="en-US" sz="3600" b="1" i="0" u="none" strike="noStrike" kern="1200" cap="none" spc="0" normalizeH="0" baseline="0" noProof="0" dirty="0" smtClean="0">
              <a:ln>
                <a:noFill/>
              </a:ln>
              <a:solidFill>
                <a:srgbClr val="FFFF00"/>
              </a:solidFill>
              <a:effectLst/>
              <a:uLnTx/>
              <a:uFillTx/>
              <a:latin typeface="+mn-lt"/>
              <a:ea typeface="+mn-ea"/>
              <a:cs typeface="+mn-cs"/>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Title 1"/>
          <p:cNvSpPr>
            <a:spLocks noGrp="1"/>
          </p:cNvSpPr>
          <p:nvPr>
            <p:ph type="title"/>
          </p:nvPr>
        </p:nvSpPr>
        <p:spPr/>
        <p:txBody>
          <a:bodyPr vert="horz" anchor="t">
            <a:no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4000" b="0" i="0" u="none" strike="noStrike" kern="1200" cap="none" spc="-100" normalizeH="0" baseline="0" noProof="0" dirty="0" smtClean="0">
                <a:ln>
                  <a:noFill/>
                </a:ln>
                <a:solidFill>
                  <a:srgbClr val="FFFF00"/>
                </a:solidFill>
                <a:effectLst/>
                <a:uLnTx/>
                <a:uFillTx/>
                <a:latin typeface="+mj-lt"/>
                <a:ea typeface="+mj-ea"/>
                <a:cs typeface="+mj-cs"/>
              </a:rPr>
              <a:t>Kidney position</a:t>
            </a:r>
            <a:endParaRPr kumimoji="0" lang="en-US" sz="4000" b="0" i="0" u="none" strike="noStrike" kern="1200" cap="none" spc="-100" normalizeH="0" baseline="0" noProof="0" dirty="0" smtClean="0">
              <a:ln>
                <a:noFill/>
              </a:ln>
              <a:solidFill>
                <a:srgbClr val="FFFF00"/>
              </a:solidFill>
              <a:effectLst/>
              <a:uLnTx/>
              <a:uFillTx/>
              <a:latin typeface="+mj-lt"/>
              <a:ea typeface="+mj-ea"/>
              <a:cs typeface="+mj-cs"/>
            </a:endParaRPr>
          </a:p>
        </p:txBody>
      </p:sp>
      <p:pic>
        <p:nvPicPr>
          <p:cNvPr id="63491" name="ia_el_12_innerEl" descr="Patient in Kidney position"/>
          <p:cNvPicPr>
            <a:picLocks noGrp="1" noChangeAspect="1"/>
          </p:cNvPicPr>
          <p:nvPr>
            <p:ph idx="1"/>
          </p:nvPr>
        </p:nvPicPr>
        <p:blipFill>
          <a:blip r:embed="rId1"/>
          <a:srcRect/>
          <a:stretch>
            <a:fillRect/>
          </a:stretch>
        </p:blipFill>
        <p:spPr>
          <a:xfrm>
            <a:off x="1447800" y="1447800"/>
            <a:ext cx="6934200" cy="4191000"/>
          </a:xfrm>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Title 1"/>
          <p:cNvSpPr>
            <a:spLocks noGrp="1"/>
          </p:cNvSpPr>
          <p:nvPr>
            <p:ph type="title"/>
          </p:nvPr>
        </p:nvSpPr>
        <p:spPr>
          <a:xfrm>
            <a:off x="457200" y="0"/>
            <a:ext cx="7467600" cy="1219200"/>
          </a:xfrm>
        </p:spPr>
        <p:txBody>
          <a:bodyPr vert="horz" anchor="t">
            <a:normAutofit fontScale="90000"/>
          </a:bodyPr>
          <a:lstStyle/>
          <a:p>
            <a:pPr marL="273050" marR="0" lvl="0" indent="-273050" algn="l" defTabSz="914400" rtl="0" eaLnBrk="1" fontAlgn="auto" latinLnBrk="0" hangingPunct="1">
              <a:lnSpc>
                <a:spcPct val="100000"/>
              </a:lnSpc>
              <a:spcBef>
                <a:spcPts val="600"/>
              </a:spcBef>
              <a:spcAft>
                <a:spcPts val="0"/>
              </a:spcAft>
              <a:buClrTx/>
              <a:buSzTx/>
              <a:buFontTx/>
              <a:buNone/>
              <a:defRPr/>
            </a:pPr>
            <a:r>
              <a:rPr kumimoji="0" lang="en-US" sz="4000" b="0" i="0" u="none" strike="noStrike" kern="1200" cap="none" spc="-100" normalizeH="0" baseline="0" noProof="0" dirty="0" smtClean="0">
                <a:ln>
                  <a:noFill/>
                </a:ln>
                <a:solidFill>
                  <a:srgbClr val="FFFF00"/>
                </a:solidFill>
                <a:effectLst/>
                <a:uLnTx/>
                <a:uFillTx/>
                <a:latin typeface="+mj-lt"/>
                <a:ea typeface="+mj-ea"/>
                <a:cs typeface="+mj-cs"/>
              </a:rPr>
              <a:t>Lithotomy position</a:t>
            </a:r>
            <a:br>
              <a:rPr kumimoji="0" lang="en-US" sz="4000" b="0" i="0" u="none" strike="noStrike" kern="1200" cap="none" spc="-100" normalizeH="0" baseline="0" noProof="0" dirty="0" smtClean="0">
                <a:ln>
                  <a:noFill/>
                </a:ln>
                <a:solidFill>
                  <a:srgbClr val="FFFF00"/>
                </a:solidFill>
                <a:effectLst/>
                <a:uLnTx/>
                <a:uFillTx/>
                <a:latin typeface="+mj-lt"/>
                <a:ea typeface="+mj-ea"/>
                <a:cs typeface="+mj-cs"/>
              </a:rPr>
            </a:br>
            <a:br>
              <a:rPr kumimoji="0" lang="en-US" sz="2000" b="0" i="0" u="none" strike="noStrike" kern="1200" cap="none" spc="-100" normalizeH="0" baseline="0" noProof="0" dirty="0" smtClean="0">
                <a:ln>
                  <a:noFill/>
                </a:ln>
                <a:solidFill>
                  <a:srgbClr val="FFFF00"/>
                </a:solidFill>
                <a:effectLst/>
                <a:uLnTx/>
                <a:uFillTx/>
                <a:latin typeface="+mj-lt"/>
                <a:ea typeface="+mn-ea"/>
                <a:cs typeface="+mn-cs"/>
              </a:rPr>
            </a:br>
            <a:endParaRPr kumimoji="0" lang="en-US" sz="4000" b="0" i="0" u="none" strike="noStrike" kern="1200" cap="none" spc="-100" normalizeH="0" baseline="0" noProof="0" dirty="0" smtClean="0">
              <a:ln>
                <a:noFill/>
              </a:ln>
              <a:solidFill>
                <a:srgbClr val="FFFF00"/>
              </a:solidFill>
              <a:effectLst/>
              <a:uLnTx/>
              <a:uFillTx/>
              <a:latin typeface="+mj-lt"/>
              <a:ea typeface="+mj-ea"/>
              <a:cs typeface="+mj-cs"/>
            </a:endParaRPr>
          </a:p>
        </p:txBody>
      </p:sp>
      <p:pic>
        <p:nvPicPr>
          <p:cNvPr id="64515" name="ia_el_13_innerEl" descr="Patient in Lithotomy position"/>
          <p:cNvPicPr>
            <a:picLocks noGrp="1" noChangeAspect="1"/>
          </p:cNvPicPr>
          <p:nvPr>
            <p:ph idx="1"/>
          </p:nvPr>
        </p:nvPicPr>
        <p:blipFill>
          <a:blip r:embed="rId1"/>
          <a:srcRect/>
          <a:stretch>
            <a:fillRect/>
          </a:stretch>
        </p:blipFill>
        <p:spPr>
          <a:xfrm>
            <a:off x="990600" y="990600"/>
            <a:ext cx="7467600" cy="4906963"/>
          </a:xfrm>
          <a:ln/>
        </p:spPr>
      </p:pic>
      <p:sp>
        <p:nvSpPr>
          <p:cNvPr id="64516" name="Text Placeholder 3"/>
          <p:cNvSpPr>
            <a:spLocks noGrp="1"/>
          </p:cNvSpPr>
          <p:nvPr>
            <p:ph type="body" sz="half" idx="4294967295"/>
          </p:nvPr>
        </p:nvSpPr>
        <p:spPr>
          <a:xfrm>
            <a:off x="3124200" y="457200"/>
            <a:ext cx="6019800" cy="533400"/>
          </a:xfrm>
          <a:ln/>
        </p:spPr>
        <p:txBody>
          <a:bodyPr vert="horz" wrap="square" lIns="91440" tIns="45720" rIns="91440" bIns="45720" anchor="t" anchorCtr="0"/>
          <a:lstStyle>
            <a:lvl1pPr lvl="0">
              <a:buClr>
                <a:schemeClr val="tx2"/>
              </a:buClr>
              <a:buSzPct val="95000"/>
              <a:buFont typeface="Wingdings" panose="05000000000000000000" pitchFamily="2" charset="2"/>
              <a:defRPr sz="2600"/>
            </a:lvl1pPr>
            <a:lvl2pPr lvl="1">
              <a:buClr>
                <a:schemeClr val="accent2"/>
              </a:buClr>
              <a:buSzPct val="90000"/>
              <a:buFont typeface="Wingdings" panose="05000000000000000000" pitchFamily="2" charset="2"/>
              <a:defRPr sz="2200"/>
            </a:lvl2pPr>
            <a:lvl3pPr lvl="2">
              <a:buClr>
                <a:schemeClr val="accent2"/>
              </a:buClr>
              <a:buSzTx/>
              <a:buFont typeface="Wingdings 2" panose="05020102010507070707" pitchFamily="18" charset="2"/>
              <a:defRPr sz="2000"/>
            </a:lvl3pPr>
            <a:lvl4pPr lvl="3">
              <a:buClr>
                <a:srgbClr val="FEB80A"/>
              </a:buClr>
              <a:buSzTx/>
              <a:buFont typeface="Wingdings 3" panose="05040102010807070707" pitchFamily="18" charset="2"/>
              <a:defRPr sz="2000"/>
            </a:lvl4pPr>
            <a:lvl5pPr lvl="4">
              <a:buClr>
                <a:srgbClr val="FEB80A"/>
              </a:buClr>
              <a:buSzTx/>
              <a:buFont typeface="Wingdings 2" panose="05020102010507070707" pitchFamily="18" charset="2"/>
              <a:defRPr sz="1800"/>
            </a:lvl5pPr>
          </a:lstStyle>
          <a:p>
            <a:pPr lvl="0" eaLnBrk="1" hangingPunct="1">
              <a:buNone/>
            </a:pPr>
            <a:r>
              <a:rPr sz="3000" dirty="0">
                <a:solidFill>
                  <a:srgbClr val="FFFF00"/>
                </a:solidFill>
              </a:rPr>
              <a:t>Used for perineal operations</a:t>
            </a:r>
            <a:endParaRPr sz="3000" dirty="0">
              <a:solidFill>
                <a:srgbClr val="FFFF00"/>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Title 1"/>
          <p:cNvSpPr>
            <a:spLocks noGrp="1"/>
          </p:cNvSpPr>
          <p:nvPr>
            <p:ph type="title"/>
          </p:nvPr>
        </p:nvSpPr>
        <p:spPr/>
        <p:txBody>
          <a:bodyPr vert="horz" anchor="t">
            <a:no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4000" b="0" i="0" u="none" strike="noStrike" kern="1200" cap="none" spc="-100" normalizeH="0" baseline="0" noProof="0" smtClean="0">
                <a:ln>
                  <a:noFill/>
                </a:ln>
                <a:solidFill>
                  <a:srgbClr val="FFFF00"/>
                </a:solidFill>
                <a:effectLst/>
                <a:uLnTx/>
                <a:uFillTx/>
                <a:latin typeface="+mj-lt"/>
                <a:ea typeface="+mj-ea"/>
                <a:cs typeface="+mj-cs"/>
              </a:rPr>
              <a:t>Laminectomy position</a:t>
            </a:r>
            <a:endParaRPr kumimoji="0" lang="en-US" sz="4000" b="0" i="0" u="none" strike="noStrike" kern="1200" cap="none" spc="-100" normalizeH="0" baseline="0" noProof="0" smtClean="0">
              <a:ln>
                <a:noFill/>
              </a:ln>
              <a:solidFill>
                <a:srgbClr val="FFFF00"/>
              </a:solidFill>
              <a:effectLst/>
              <a:uLnTx/>
              <a:uFillTx/>
              <a:latin typeface="+mj-lt"/>
              <a:ea typeface="+mj-ea"/>
              <a:cs typeface="+mj-cs"/>
            </a:endParaRPr>
          </a:p>
        </p:txBody>
      </p:sp>
      <p:pic>
        <p:nvPicPr>
          <p:cNvPr id="65539" name="ia_el_14_innerEl" descr="Patient in Laminectomy position"/>
          <p:cNvPicPr>
            <a:picLocks noGrp="1" noChangeAspect="1"/>
          </p:cNvPicPr>
          <p:nvPr>
            <p:ph idx="1"/>
          </p:nvPr>
        </p:nvPicPr>
        <p:blipFill>
          <a:blip r:embed="rId1"/>
          <a:srcRect/>
          <a:stretch>
            <a:fillRect/>
          </a:stretch>
        </p:blipFill>
        <p:spPr>
          <a:xfrm>
            <a:off x="990600" y="2133600"/>
            <a:ext cx="6934200" cy="3962400"/>
          </a:xfrm>
          <a:ln/>
        </p:spPr>
      </p:pic>
      <p:sp>
        <p:nvSpPr>
          <p:cNvPr id="65540" name="Text Placeholder 3"/>
          <p:cNvSpPr>
            <a:spLocks noGrp="1"/>
          </p:cNvSpPr>
          <p:nvPr>
            <p:ph type="body" sz="half" idx="4294967295"/>
          </p:nvPr>
        </p:nvSpPr>
        <p:spPr>
          <a:xfrm>
            <a:off x="304800" y="381000"/>
            <a:ext cx="8839200" cy="5334000"/>
          </a:xfrm>
          <a:ln/>
        </p:spPr>
        <p:txBody>
          <a:bodyPr vert="horz" wrap="square" lIns="91440" tIns="45720" rIns="91440" bIns="45720" anchor="t" anchorCtr="0"/>
          <a:lstStyle>
            <a:lvl1pPr lvl="0">
              <a:buClr>
                <a:schemeClr val="tx2"/>
              </a:buClr>
              <a:buSzPct val="95000"/>
              <a:buFont typeface="Wingdings" panose="05000000000000000000" pitchFamily="2" charset="2"/>
              <a:defRPr sz="2600"/>
            </a:lvl1pPr>
            <a:lvl2pPr lvl="1">
              <a:buClr>
                <a:schemeClr val="accent2"/>
              </a:buClr>
              <a:buSzPct val="90000"/>
              <a:buFont typeface="Wingdings" panose="05000000000000000000" pitchFamily="2" charset="2"/>
              <a:defRPr sz="2200"/>
            </a:lvl2pPr>
            <a:lvl3pPr lvl="2">
              <a:buClr>
                <a:schemeClr val="accent2"/>
              </a:buClr>
              <a:buSzTx/>
              <a:buFont typeface="Wingdings 2" panose="05020102010507070707" pitchFamily="18" charset="2"/>
              <a:defRPr sz="2000"/>
            </a:lvl3pPr>
            <a:lvl4pPr lvl="3">
              <a:buClr>
                <a:srgbClr val="FEB80A"/>
              </a:buClr>
              <a:buSzTx/>
              <a:buFont typeface="Wingdings 3" panose="05040102010807070707" pitchFamily="18" charset="2"/>
              <a:defRPr sz="2000"/>
            </a:lvl4pPr>
            <a:lvl5pPr lvl="4">
              <a:buClr>
                <a:srgbClr val="FEB80A"/>
              </a:buClr>
              <a:buSzTx/>
              <a:buFont typeface="Wingdings 2" panose="05020102010507070707" pitchFamily="18" charset="2"/>
              <a:defRPr sz="1800"/>
            </a:lvl5pPr>
          </a:lstStyle>
          <a:p>
            <a:pPr lvl="0" eaLnBrk="1" hangingPunct="1">
              <a:buFont typeface="Wingdings 2" panose="05020102010507070707" pitchFamily="18" charset="2"/>
              <a:buNone/>
            </a:pPr>
            <a:endParaRPr sz="3000" dirty="0">
              <a:solidFill>
                <a:srgbClr val="FFFF00"/>
              </a:solidFill>
            </a:endParaRPr>
          </a:p>
          <a:p>
            <a:pPr lvl="0" eaLnBrk="1" hangingPunct="1">
              <a:buFont typeface="Wingdings 2" panose="05020102010507070707" pitchFamily="18" charset="2"/>
              <a:buNone/>
            </a:pPr>
            <a:endParaRPr sz="3000" dirty="0">
              <a:solidFill>
                <a:srgbClr val="FFFF00"/>
              </a:solidFill>
            </a:endParaRPr>
          </a:p>
          <a:p>
            <a:pPr lvl="0" eaLnBrk="1" hangingPunct="1">
              <a:buFont typeface="Wingdings 2" panose="05020102010507070707" pitchFamily="18" charset="2"/>
              <a:buNone/>
            </a:pPr>
            <a:r>
              <a:rPr sz="3000" dirty="0">
                <a:solidFill>
                  <a:srgbClr val="FFFF00"/>
                </a:solidFill>
              </a:rPr>
              <a:t>Operation involving the spine</a:t>
            </a:r>
            <a:endParaRPr sz="3000" dirty="0">
              <a:solidFill>
                <a:srgbClr val="FFFF00"/>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Title 1"/>
          <p:cNvSpPr>
            <a:spLocks noGrp="1"/>
          </p:cNvSpPr>
          <p:nvPr>
            <p:ph type="title"/>
          </p:nvPr>
        </p:nvSpPr>
        <p:spPr>
          <a:xfrm>
            <a:off x="457200" y="274638"/>
            <a:ext cx="7467600" cy="334963"/>
          </a:xfrm>
        </p:spPr>
        <p:txBody>
          <a:bodyPr vert="horz" anchor="t">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4000" b="0" i="0" u="none" strike="noStrike" kern="1200" cap="none" spc="-100" normalizeH="0" baseline="0" noProof="0" dirty="0" smtClean="0">
                <a:ln>
                  <a:noFill/>
                </a:ln>
                <a:solidFill>
                  <a:srgbClr val="FFFF00"/>
                </a:solidFill>
                <a:effectLst/>
                <a:uLnTx/>
                <a:uFillTx/>
                <a:latin typeface="+mj-lt"/>
                <a:ea typeface="+mj-ea"/>
                <a:cs typeface="+mj-cs"/>
              </a:rPr>
              <a:t>Supine position</a:t>
            </a:r>
            <a:endParaRPr kumimoji="0" lang="en-US" sz="4000" b="0" i="0" u="none" strike="noStrike" kern="1200" cap="none" spc="-100" normalizeH="0" baseline="0" noProof="0" dirty="0" smtClean="0">
              <a:ln>
                <a:noFill/>
              </a:ln>
              <a:solidFill>
                <a:srgbClr val="FFFF00"/>
              </a:solidFill>
              <a:effectLst/>
              <a:uLnTx/>
              <a:uFillTx/>
              <a:latin typeface="+mj-lt"/>
              <a:ea typeface="+mj-ea"/>
              <a:cs typeface="+mj-cs"/>
            </a:endParaRPr>
          </a:p>
        </p:txBody>
      </p:sp>
      <p:pic>
        <p:nvPicPr>
          <p:cNvPr id="66563" name="ia_el_15_innerEl" descr="Patient in supine position"/>
          <p:cNvPicPr>
            <a:picLocks noGrp="1" noChangeAspect="1"/>
          </p:cNvPicPr>
          <p:nvPr>
            <p:ph idx="1"/>
          </p:nvPr>
        </p:nvPicPr>
        <p:blipFill>
          <a:blip r:embed="rId1"/>
          <a:srcRect/>
          <a:stretch>
            <a:fillRect/>
          </a:stretch>
        </p:blipFill>
        <p:spPr>
          <a:xfrm>
            <a:off x="1143000" y="1524000"/>
            <a:ext cx="5867400" cy="3810000"/>
          </a:xfrm>
          <a:solidFill>
            <a:srgbClr val="0070C0">
              <a:alpha val="100000"/>
            </a:srgbClr>
          </a:solidFill>
          <a:ln/>
        </p:spPr>
      </p:pic>
      <p:sp>
        <p:nvSpPr>
          <p:cNvPr id="66564" name="Text Placeholder 3"/>
          <p:cNvSpPr>
            <a:spLocks noGrp="1"/>
          </p:cNvSpPr>
          <p:nvPr>
            <p:ph type="body" sz="half" idx="4294967295"/>
          </p:nvPr>
        </p:nvSpPr>
        <p:spPr>
          <a:xfrm>
            <a:off x="685800" y="265113"/>
            <a:ext cx="8458200" cy="1030287"/>
          </a:xfrm>
          <a:ln/>
        </p:spPr>
        <p:txBody>
          <a:bodyPr vert="horz" wrap="square" lIns="91440" tIns="45720" rIns="91440" bIns="45720" anchor="t" anchorCtr="0"/>
          <a:lstStyle>
            <a:lvl1pPr lvl="0">
              <a:buClr>
                <a:schemeClr val="tx2"/>
              </a:buClr>
              <a:buSzPct val="95000"/>
              <a:buFont typeface="Wingdings" panose="05000000000000000000" pitchFamily="2" charset="2"/>
              <a:defRPr sz="2600"/>
            </a:lvl1pPr>
            <a:lvl2pPr lvl="1">
              <a:buClr>
                <a:schemeClr val="accent2"/>
              </a:buClr>
              <a:buSzPct val="90000"/>
              <a:buFont typeface="Wingdings" panose="05000000000000000000" pitchFamily="2" charset="2"/>
              <a:defRPr sz="2200"/>
            </a:lvl2pPr>
            <a:lvl3pPr lvl="2">
              <a:buClr>
                <a:schemeClr val="accent2"/>
              </a:buClr>
              <a:buSzTx/>
              <a:buFont typeface="Wingdings 2" panose="05020102010507070707" pitchFamily="18" charset="2"/>
              <a:defRPr sz="2000"/>
            </a:lvl3pPr>
            <a:lvl4pPr lvl="3">
              <a:buClr>
                <a:srgbClr val="FEB80A"/>
              </a:buClr>
              <a:buSzTx/>
              <a:buFont typeface="Wingdings 3" panose="05040102010807070707" pitchFamily="18" charset="2"/>
              <a:defRPr sz="2000"/>
            </a:lvl4pPr>
            <a:lvl5pPr lvl="4">
              <a:buClr>
                <a:srgbClr val="FEB80A"/>
              </a:buClr>
              <a:buSzTx/>
              <a:buFont typeface="Wingdings 2" panose="05020102010507070707" pitchFamily="18" charset="2"/>
              <a:defRPr sz="1800"/>
            </a:lvl5pPr>
          </a:lstStyle>
          <a:p>
            <a:pPr lvl="0" eaLnBrk="1" hangingPunct="1"/>
            <a:endParaRPr sz="3000" dirty="0">
              <a:solidFill>
                <a:srgbClr val="FFFF00"/>
              </a:solidFill>
            </a:endParaRPr>
          </a:p>
          <a:p>
            <a:pPr lvl="0" eaLnBrk="1" hangingPunct="1"/>
            <a:r>
              <a:rPr sz="3000" dirty="0">
                <a:solidFill>
                  <a:srgbClr val="FFFF00"/>
                </a:solidFill>
              </a:rPr>
              <a:t>Commonly used position in surgery</a:t>
            </a:r>
            <a:endParaRPr sz="3000" dirty="0">
              <a:solidFill>
                <a:srgbClr val="FFFF00"/>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Title 1"/>
          <p:cNvSpPr>
            <a:spLocks noGrp="1"/>
          </p:cNvSpPr>
          <p:nvPr>
            <p:ph type="title"/>
          </p:nvPr>
        </p:nvSpPr>
        <p:spPr/>
        <p:txBody>
          <a:bodyPr vert="horz" anchor="t">
            <a:no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4000" b="0" i="0" u="none" strike="noStrike" kern="1200" cap="none" spc="-100" normalizeH="0" baseline="0" noProof="0" dirty="0" smtClean="0">
                <a:ln>
                  <a:noFill/>
                </a:ln>
                <a:solidFill>
                  <a:schemeClr val="accent2">
                    <a:lumMod val="40000"/>
                    <a:lumOff val="60000"/>
                  </a:schemeClr>
                </a:solidFill>
                <a:effectLst/>
                <a:uLnTx/>
                <a:uFillTx/>
                <a:latin typeface="+mj-lt"/>
                <a:ea typeface="+mj-ea"/>
                <a:cs typeface="+mj-cs"/>
              </a:rPr>
              <a:t>Sutures AND ligatures </a:t>
            </a:r>
            <a:endParaRPr kumimoji="0" lang="en-US" sz="4000" b="0" i="0" u="none" strike="noStrike" kern="1200" cap="none" spc="-100" normalizeH="0" baseline="0" noProof="0" dirty="0" smtClean="0">
              <a:ln>
                <a:noFill/>
              </a:ln>
              <a:solidFill>
                <a:schemeClr val="accent2">
                  <a:lumMod val="40000"/>
                  <a:lumOff val="60000"/>
                </a:schemeClr>
              </a:solidFill>
              <a:effectLst/>
              <a:uLnTx/>
              <a:uFillTx/>
              <a:latin typeface="+mj-lt"/>
              <a:ea typeface="+mj-ea"/>
              <a:cs typeface="+mj-cs"/>
            </a:endParaRPr>
          </a:p>
        </p:txBody>
      </p:sp>
      <p:sp>
        <p:nvSpPr>
          <p:cNvPr id="53251" name="Content Placeholder 2"/>
          <p:cNvSpPr>
            <a:spLocks noGrp="1"/>
          </p:cNvSpPr>
          <p:nvPr>
            <p:ph idx="1"/>
          </p:nvPr>
        </p:nvSpPr>
        <p:spPr>
          <a:xfrm>
            <a:off x="533400" y="1447800"/>
            <a:ext cx="8153400" cy="4908550"/>
          </a:xfrm>
        </p:spPr>
        <p:txBody>
          <a:bodyPr vert="horz" wrap="square" lIns="91440" tIns="45720" rIns="91440" bIns="45720" numCol="1" anchor="t" anchorCtr="0" compatLnSpc="1">
            <a:normAutofit/>
          </a:bodyPr>
          <a:lstStyle/>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Wingdings" panose="05000000000000000000" pitchFamily="2" charset="2"/>
              <a:buChar char=""/>
              <a:defRPr/>
            </a:pPr>
            <a:r>
              <a:rPr kumimoji="0" lang="en-US" sz="4000" b="0" i="0" u="none" strike="noStrike" kern="1200" cap="none" spc="0" normalizeH="0" baseline="0" noProof="0" dirty="0" smtClean="0">
                <a:ln>
                  <a:noFill/>
                </a:ln>
                <a:solidFill>
                  <a:srgbClr val="FFFF00"/>
                </a:solidFill>
                <a:effectLst/>
                <a:uLnTx/>
                <a:uFillTx/>
                <a:latin typeface="+mn-lt"/>
                <a:ea typeface="+mn-ea"/>
                <a:cs typeface="+mn-cs"/>
              </a:rPr>
              <a:t>Suture is a stitch used to bring living tissues together until the normal healing process takes place</a:t>
            </a:r>
            <a:endParaRPr kumimoji="0" lang="en-US" sz="40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Wingdings" panose="05000000000000000000" pitchFamily="2" charset="2"/>
              <a:buChar char=""/>
              <a:defRPr/>
            </a:pPr>
            <a:r>
              <a:rPr kumimoji="0" lang="en-US" sz="4000" b="0" i="0" u="none" strike="noStrike" kern="1200" cap="none" spc="0" normalizeH="0" baseline="0" noProof="0" dirty="0" smtClean="0">
                <a:ln>
                  <a:noFill/>
                </a:ln>
                <a:solidFill>
                  <a:srgbClr val="FFFF00"/>
                </a:solidFill>
                <a:effectLst/>
                <a:uLnTx/>
                <a:uFillTx/>
                <a:latin typeface="+mn-lt"/>
                <a:ea typeface="+mn-ea"/>
                <a:cs typeface="+mn-cs"/>
              </a:rPr>
              <a:t>Ligature- is a suture used for tying a blood vessel to arrest bleeding</a:t>
            </a:r>
            <a:endParaRPr kumimoji="0" lang="en-US" sz="4000" b="0" i="0" u="none" strike="noStrike" kern="1200" cap="none" spc="0" normalizeH="0" baseline="0" noProof="0" dirty="0" smtClean="0">
              <a:ln>
                <a:noFill/>
              </a:ln>
              <a:solidFill>
                <a:srgbClr val="FFFF00"/>
              </a:solidFill>
              <a:effectLst/>
              <a:uLnTx/>
              <a:uFillTx/>
              <a:latin typeface="+mn-lt"/>
              <a:ea typeface="+mn-ea"/>
              <a:cs typeface="+mn-cs"/>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itle 2"/>
          <p:cNvSpPr>
            <a:spLocks noGrp="1"/>
          </p:cNvSpPr>
          <p:nvPr>
            <p:ph type="title"/>
          </p:nvPr>
        </p:nvSpPr>
        <p:spPr/>
        <p:txBody>
          <a:bodyPr vert="horz" anchor="t">
            <a:no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4000" b="0" i="0" u="none" strike="noStrike" kern="1200" cap="none" spc="-100" normalizeH="0" baseline="0" noProof="0" dirty="0" smtClean="0">
                <a:ln>
                  <a:noFill/>
                </a:ln>
                <a:solidFill>
                  <a:schemeClr val="accent2">
                    <a:lumMod val="40000"/>
                    <a:lumOff val="60000"/>
                  </a:schemeClr>
                </a:solidFill>
                <a:effectLst/>
                <a:uLnTx/>
                <a:uFillTx/>
                <a:latin typeface="+mj-lt"/>
                <a:ea typeface="+mj-ea"/>
                <a:cs typeface="+mj-cs"/>
              </a:rPr>
              <a:t>TYPES OF SUTURES</a:t>
            </a:r>
            <a:endParaRPr kumimoji="0" lang="en-US" sz="4000" b="0" i="0" u="none" strike="noStrike" kern="1200" cap="none" spc="-100" normalizeH="0" baseline="0" noProof="0" dirty="0">
              <a:ln>
                <a:noFill/>
              </a:ln>
              <a:solidFill>
                <a:schemeClr val="accent2">
                  <a:lumMod val="40000"/>
                  <a:lumOff val="60000"/>
                </a:schemeClr>
              </a:solidFill>
              <a:effectLst/>
              <a:uLnTx/>
              <a:uFillTx/>
              <a:latin typeface="+mj-lt"/>
              <a:ea typeface="+mj-ea"/>
              <a:cs typeface="+mj-cs"/>
            </a:endParaRPr>
          </a:p>
        </p:txBody>
      </p:sp>
      <p:sp>
        <p:nvSpPr>
          <p:cNvPr id="54274" name="Content Placeholder 2"/>
          <p:cNvSpPr>
            <a:spLocks noGrp="1"/>
          </p:cNvSpPr>
          <p:nvPr>
            <p:ph idx="1"/>
          </p:nvPr>
        </p:nvSpPr>
        <p:spPr/>
        <p:txBody>
          <a:bodyPr vert="horz" wrap="square" lIns="91440" tIns="45720" rIns="91440" bIns="45720" numCol="1" anchor="t" anchorCtr="0" compatLnSpc="1">
            <a:normAutofit/>
          </a:bodyPr>
          <a:lstStyle/>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Wingdings 2" panose="05020102010507070707"/>
              <a:buChar char=""/>
              <a:defRPr/>
            </a:pPr>
            <a:r>
              <a:rPr kumimoji="0" lang="en-US" sz="4000" b="0" i="0" u="none" strike="noStrike" kern="1200" cap="none" spc="0" normalizeH="0" baseline="0" noProof="0" dirty="0" smtClean="0">
                <a:ln>
                  <a:noFill/>
                </a:ln>
                <a:solidFill>
                  <a:srgbClr val="FFFF00"/>
                </a:solidFill>
                <a:effectLst/>
                <a:uLnTx/>
                <a:uFillTx/>
                <a:latin typeface="+mn-lt"/>
                <a:ea typeface="+mn-ea"/>
                <a:cs typeface="+mn-cs"/>
              </a:rPr>
              <a:t>Absorbable sutures are used to stitch the inner tissues and some times the skin</a:t>
            </a:r>
            <a:endParaRPr kumimoji="0" lang="en-US" sz="40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Wingdings 2" panose="05020102010507070707"/>
              <a:buChar char=""/>
              <a:defRPr/>
            </a:pPr>
            <a:r>
              <a:rPr kumimoji="0" lang="en-US" sz="4000" b="0" i="0" u="none" strike="noStrike" kern="1200" cap="none" spc="0" normalizeH="0" baseline="0" noProof="0" dirty="0" smtClean="0">
                <a:ln>
                  <a:noFill/>
                </a:ln>
                <a:solidFill>
                  <a:srgbClr val="FFFF00"/>
                </a:solidFill>
                <a:effectLst/>
                <a:uLnTx/>
                <a:uFillTx/>
                <a:latin typeface="+mn-lt"/>
                <a:ea typeface="+mn-ea"/>
                <a:cs typeface="+mn-cs"/>
              </a:rPr>
              <a:t>Non- absorbable sutures are used as ligatures and also to stitch the skin</a:t>
            </a:r>
            <a:endParaRPr kumimoji="0" lang="en-US" sz="40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Arial" panose="020B0604020202020204" pitchFamily="34" charset="0"/>
              <a:buNone/>
              <a:defRPr/>
            </a:pPr>
            <a:endParaRPr kumimoji="0" lang="en-US" sz="3000" b="0" i="0" u="none" strike="noStrike" kern="1200" cap="none" spc="0" normalizeH="0" baseline="0" noProof="0" dirty="0" smtClean="0">
              <a:ln>
                <a:noFill/>
              </a:ln>
              <a:solidFill>
                <a:srgbClr val="FFFF00"/>
              </a:solidFill>
              <a:effectLst/>
              <a:uLnTx/>
              <a:uFillTx/>
              <a:latin typeface="+mn-lt"/>
              <a:ea typeface="+mn-ea"/>
              <a:cs typeface="+mn-cs"/>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9" name="Content Placeholder 2"/>
          <p:cNvSpPr>
            <a:spLocks noGrp="1"/>
          </p:cNvSpPr>
          <p:nvPr>
            <p:ph sz="half" idx="1"/>
          </p:nvPr>
        </p:nvSpPr>
        <p:spPr>
          <a:xfrm>
            <a:off x="0" y="838200"/>
            <a:ext cx="4267200" cy="5457825"/>
          </a:xfrm>
        </p:spPr>
        <p:txBody>
          <a:bodyPr vert="horz" wrap="square" lIns="91440" tIns="45720" rIns="91440" bIns="45720" numCol="1" anchor="t" anchorCtr="0" compatLnSpc="1">
            <a:normAutofit/>
          </a:bodyPr>
          <a:lstStyle/>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Wingdings" panose="05000000000000000000" pitchFamily="2" charset="2"/>
              <a:buNone/>
              <a:defRPr/>
            </a:pPr>
            <a:r>
              <a:rPr kumimoji="0" lang="en-US" sz="3600" b="1" i="0" u="sng" strike="noStrike" kern="1200" cap="none" spc="0" normalizeH="0" baseline="0" noProof="0" dirty="0" smtClean="0">
                <a:ln>
                  <a:noFill/>
                </a:ln>
                <a:solidFill>
                  <a:schemeClr val="accent2">
                    <a:lumMod val="40000"/>
                    <a:lumOff val="60000"/>
                  </a:schemeClr>
                </a:solidFill>
                <a:effectLst/>
                <a:uLnTx/>
                <a:uFillTx/>
                <a:latin typeface="+mn-lt"/>
                <a:ea typeface="+mn-ea"/>
                <a:cs typeface="+mn-cs"/>
              </a:rPr>
              <a:t>Absorbable natural</a:t>
            </a:r>
            <a:endParaRPr kumimoji="0" lang="en-US" sz="3600" b="1" i="0" u="sng" strike="noStrike" kern="1200" cap="none" spc="0" normalizeH="0" baseline="0" noProof="0" dirty="0" smtClean="0">
              <a:ln>
                <a:noFill/>
              </a:ln>
              <a:solidFill>
                <a:schemeClr val="accent2">
                  <a:lumMod val="40000"/>
                  <a:lumOff val="60000"/>
                </a:schemeClr>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Wingdings" panose="05000000000000000000" pitchFamily="2" charset="2"/>
              <a:buChar char=""/>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Collagen</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Wingdings" panose="05000000000000000000" pitchFamily="2" charset="2"/>
              <a:buChar char=""/>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Plain surgical gut</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Wingdings" panose="05000000000000000000" pitchFamily="2" charset="2"/>
              <a:buChar char=""/>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Fast-absorbing surgical gut</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Wingdings" panose="05000000000000000000" pitchFamily="2" charset="2"/>
              <a:buChar char=""/>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Chromic surgical gut</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Wingdings 2" panose="05020102010507070707"/>
              <a:buChar char=""/>
              <a:defRPr/>
            </a:pPr>
            <a:endParaRPr kumimoji="0" lang="en-US" sz="3000" b="0" i="0" u="none" strike="noStrike" kern="1200" cap="none" spc="0" normalizeH="0" baseline="0" noProof="0" dirty="0" smtClean="0">
              <a:ln>
                <a:noFill/>
              </a:ln>
              <a:solidFill>
                <a:srgbClr val="FFFF00"/>
              </a:solidFill>
              <a:effectLst/>
              <a:uLnTx/>
              <a:uFillTx/>
              <a:latin typeface="+mn-lt"/>
              <a:ea typeface="+mn-ea"/>
              <a:cs typeface="+mn-cs"/>
            </a:endParaRPr>
          </a:p>
        </p:txBody>
      </p:sp>
      <p:sp>
        <p:nvSpPr>
          <p:cNvPr id="55300" name="Content Placeholder 3"/>
          <p:cNvSpPr>
            <a:spLocks noGrp="1"/>
          </p:cNvSpPr>
          <p:nvPr>
            <p:ph sz="half" idx="1"/>
          </p:nvPr>
        </p:nvSpPr>
        <p:spPr>
          <a:xfrm>
            <a:off x="4648200" y="762000"/>
            <a:ext cx="4724400" cy="5534025"/>
          </a:xfrm>
        </p:spPr>
        <p:txBody>
          <a:bodyPr vert="horz" wrap="square" lIns="91440" tIns="45720" rIns="91440" bIns="45720" numCol="1" anchor="t" anchorCtr="0" compatLnSpc="1">
            <a:normAutofit/>
          </a:bodyPr>
          <a:lstStyle/>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Arial" panose="020B0604020202020204" pitchFamily="34" charset="0"/>
              <a:buNone/>
              <a:defRPr/>
            </a:pPr>
            <a:r>
              <a:rPr kumimoji="0" lang="en-US" sz="3600" b="1" i="0" u="sng" strike="noStrike" kern="1200" cap="none" spc="0" normalizeH="0" baseline="0" noProof="0" dirty="0" smtClean="0">
                <a:ln>
                  <a:noFill/>
                </a:ln>
                <a:solidFill>
                  <a:schemeClr val="accent2">
                    <a:lumMod val="40000"/>
                    <a:lumOff val="60000"/>
                  </a:schemeClr>
                </a:solidFill>
                <a:effectLst/>
                <a:uLnTx/>
                <a:uFillTx/>
                <a:latin typeface="+mn-lt"/>
                <a:ea typeface="+mn-ea"/>
                <a:cs typeface="+mn-cs"/>
              </a:rPr>
              <a:t>Absorbable synthetic</a:t>
            </a:r>
            <a:endParaRPr kumimoji="0" lang="en-US" sz="3600" b="1" i="0" u="sng" strike="noStrike" kern="1200" cap="none" spc="0" normalizeH="0" baseline="0" noProof="0" dirty="0" smtClean="0">
              <a:ln>
                <a:noFill/>
              </a:ln>
              <a:solidFill>
                <a:schemeClr val="accent2">
                  <a:lumMod val="40000"/>
                  <a:lumOff val="60000"/>
                </a:schemeClr>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Wingdings" panose="05000000000000000000" pitchFamily="2" charset="2"/>
              <a:buChar char=""/>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Polyglactin 910 (Vicryl)</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Wingdings" panose="05000000000000000000" pitchFamily="2" charset="2"/>
              <a:buChar char=""/>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Polycaprolate (Dexon II)</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Wingdings" panose="05000000000000000000" pitchFamily="2" charset="2"/>
              <a:buChar char=""/>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Poliglecaprone 25 (Monocryl)</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Wingdings 2" panose="05020102010507070707"/>
              <a:buChar char=""/>
              <a:defRPr/>
            </a:pPr>
            <a:endParaRPr kumimoji="0" lang="en-US" sz="30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Wingdings 2" panose="05020102010507070707"/>
              <a:buChar char=""/>
              <a:defRPr/>
            </a:pPr>
            <a:endParaRPr kumimoji="0" lang="en-US" sz="3000" b="0" i="0" u="none" strike="noStrike" kern="1200" cap="none" spc="0" normalizeH="0" baseline="0" noProof="0" dirty="0" smtClean="0">
              <a:ln>
                <a:noFill/>
              </a:ln>
              <a:solidFill>
                <a:srgbClr val="FFFF00"/>
              </a:solidFill>
              <a:effectLst/>
              <a:uLnTx/>
              <a:uFillTx/>
              <a:latin typeface="+mn-lt"/>
              <a:ea typeface="+mn-ea"/>
              <a:cs typeface="+mn-cs"/>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0658" name="Content Placeholder 3" descr="Hydrangeas.jpg"/>
          <p:cNvPicPr>
            <a:picLocks noGrp="1" noChangeAspect="1"/>
          </p:cNvPicPr>
          <p:nvPr>
            <p:ph sz="half" idx="1"/>
          </p:nvPr>
        </p:nvPicPr>
        <p:blipFill>
          <a:blip r:embed="rId1"/>
          <a:srcRect/>
          <a:stretch>
            <a:fillRect/>
          </a:stretch>
        </p:blipFill>
        <p:spPr>
          <a:xfrm>
            <a:off x="533400" y="1662113"/>
            <a:ext cx="4114800" cy="3486150"/>
          </a:xfrm>
          <a:ln/>
        </p:spPr>
      </p:pic>
      <p:sp>
        <p:nvSpPr>
          <p:cNvPr id="70659" name="Content Placeholder 3"/>
          <p:cNvSpPr>
            <a:spLocks noGrp="1"/>
          </p:cNvSpPr>
          <p:nvPr>
            <p:ph sz="half" idx="1"/>
          </p:nvPr>
        </p:nvSpPr>
        <p:spPr>
          <a:xfrm>
            <a:off x="4953000" y="1143000"/>
            <a:ext cx="4191000" cy="4983163"/>
          </a:xfrm>
          <a:ln/>
        </p:spPr>
        <p:txBody>
          <a:bodyPr vert="horz" wrap="square" lIns="91440" tIns="45720" rIns="91440" bIns="45720" anchor="t" anchorCtr="0"/>
          <a:lstStyle>
            <a:lvl1pPr lvl="0">
              <a:buClr>
                <a:schemeClr val="tx2"/>
              </a:buClr>
              <a:buSzPct val="95000"/>
              <a:buFont typeface="Wingdings" panose="05000000000000000000" pitchFamily="2" charset="2"/>
              <a:defRPr sz="2600"/>
            </a:lvl1pPr>
            <a:lvl2pPr lvl="1">
              <a:buClr>
                <a:schemeClr val="accent2"/>
              </a:buClr>
              <a:buSzPct val="90000"/>
              <a:buFont typeface="Wingdings" panose="05000000000000000000" pitchFamily="2" charset="2"/>
              <a:defRPr sz="2200"/>
            </a:lvl2pPr>
            <a:lvl3pPr lvl="2">
              <a:buClr>
                <a:schemeClr val="accent2"/>
              </a:buClr>
              <a:buSzTx/>
              <a:buFont typeface="Wingdings 2" panose="05020102010507070707" pitchFamily="18" charset="2"/>
              <a:defRPr sz="2000"/>
            </a:lvl3pPr>
            <a:lvl4pPr lvl="3">
              <a:buClr>
                <a:srgbClr val="FEB80A"/>
              </a:buClr>
              <a:buSzTx/>
              <a:buFont typeface="Wingdings 3" panose="05040102010807070707" pitchFamily="18" charset="2"/>
              <a:defRPr sz="2000"/>
            </a:lvl4pPr>
            <a:lvl5pPr lvl="4">
              <a:buClr>
                <a:srgbClr val="FEB80A"/>
              </a:buClr>
              <a:buSzTx/>
              <a:buFont typeface="Wingdings 2" panose="05020102010507070707" pitchFamily="18" charset="2"/>
              <a:defRPr sz="1800"/>
            </a:lvl5pPr>
          </a:lstStyle>
          <a:p>
            <a:pPr lvl="0" eaLnBrk="1" hangingPunct="1"/>
            <a:r>
              <a:rPr sz="4000" dirty="0">
                <a:solidFill>
                  <a:srgbClr val="FFFF00"/>
                </a:solidFill>
              </a:rPr>
              <a:t>Polysorb</a:t>
            </a:r>
            <a:endParaRPr sz="4000" dirty="0">
              <a:solidFill>
                <a:srgbClr val="FFFF00"/>
              </a:solidFill>
            </a:endParaRPr>
          </a:p>
          <a:p>
            <a:pPr lvl="0" eaLnBrk="1" hangingPunct="1"/>
            <a:r>
              <a:rPr sz="4000" dirty="0">
                <a:solidFill>
                  <a:srgbClr val="FFFF00"/>
                </a:solidFill>
              </a:rPr>
              <a:t>Polydioxanone (PDS II)</a:t>
            </a:r>
            <a:endParaRPr sz="4000" dirty="0">
              <a:solidFill>
                <a:srgbClr val="FFFF00"/>
              </a:solidFill>
            </a:endParaRPr>
          </a:p>
          <a:p>
            <a:pPr lvl="0" eaLnBrk="1" hangingPunct="1"/>
            <a:r>
              <a:rPr sz="4000" dirty="0">
                <a:solidFill>
                  <a:srgbClr val="FFFF00"/>
                </a:solidFill>
              </a:rPr>
              <a:t>Maxon</a:t>
            </a:r>
            <a:endParaRPr sz="4000" dirty="0">
              <a:solidFill>
                <a:srgbClr val="FFFF00"/>
              </a:solidFill>
            </a:endParaRPr>
          </a:p>
          <a:p>
            <a:pPr lvl="0" eaLnBrk="1" hangingPunct="1"/>
            <a:r>
              <a:rPr sz="4000" dirty="0">
                <a:solidFill>
                  <a:srgbClr val="FFFF00"/>
                </a:solidFill>
              </a:rPr>
              <a:t>V-Loc</a:t>
            </a:r>
            <a:endParaRPr sz="4000" dirty="0">
              <a:solidFill>
                <a:srgbClr val="FFFF00"/>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371600" y="1784350"/>
            <a:ext cx="7772400" cy="4572000"/>
          </a:xfrm>
        </p:spPr>
        <p:txBody>
          <a:bodyPr vert="horz" wrap="square" lIns="91440" tIns="45720" rIns="91440" bIns="45720" numCol="1" anchor="t" anchorCtr="0" compatLnSpc="1"/>
          <a:lstStyle/>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Wingdings 2" panose="05020102010507070707"/>
              <a:buNone/>
              <a:defRPr/>
            </a:pPr>
            <a:r>
              <a:rPr kumimoji="0" lang="en-US" sz="4000" b="1" i="0" u="none" strike="noStrike" kern="1200" cap="none" spc="0" normalizeH="0" baseline="0" noProof="0" dirty="0" smtClean="0">
                <a:ln>
                  <a:noFill/>
                </a:ln>
                <a:solidFill>
                  <a:schemeClr val="accent2">
                    <a:lumMod val="40000"/>
                    <a:lumOff val="60000"/>
                  </a:schemeClr>
                </a:solidFill>
                <a:effectLst/>
                <a:uLnTx/>
                <a:uFillTx/>
                <a:latin typeface="+mn-lt"/>
                <a:ea typeface="+mn-ea"/>
                <a:cs typeface="+mn-cs"/>
              </a:rPr>
              <a:t>Metal clips/staples </a:t>
            </a:r>
            <a:endParaRPr kumimoji="0" lang="en-US" sz="4000" b="1" i="0" u="none" strike="noStrike" kern="1200" cap="none" spc="0" normalizeH="0" baseline="0" noProof="0" dirty="0" smtClean="0">
              <a:ln>
                <a:noFill/>
              </a:ln>
              <a:solidFill>
                <a:schemeClr val="accent2">
                  <a:lumMod val="40000"/>
                  <a:lumOff val="60000"/>
                </a:schemeClr>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Wingdings" panose="05000000000000000000" pitchFamily="2" charset="2"/>
              <a:buNone/>
              <a:defRPr/>
            </a:pPr>
            <a:r>
              <a:rPr kumimoji="0" lang="en-US" sz="4000" b="0" i="0" u="none" strike="noStrike" kern="1200" cap="none" spc="0" normalizeH="0" baseline="0" noProof="0" dirty="0" smtClean="0">
                <a:ln>
                  <a:noFill/>
                </a:ln>
                <a:solidFill>
                  <a:srgbClr val="FFFF00"/>
                </a:solidFill>
                <a:effectLst/>
                <a:uLnTx/>
                <a:uFillTx/>
                <a:latin typeface="+mn-lt"/>
                <a:ea typeface="+mn-ea"/>
                <a:cs typeface="+mn-cs"/>
              </a:rPr>
              <a:t>Can also be used as ligatures ,compress nerve endings and give a grip on the incision site</a:t>
            </a:r>
            <a:endParaRPr kumimoji="0" lang="en-US" sz="4000" b="0" i="0" u="none" strike="noStrike" kern="1200" cap="none" spc="0" normalizeH="0" baseline="0" noProof="0" dirty="0" smtClean="0">
              <a:ln>
                <a:noFill/>
              </a:ln>
              <a:solidFill>
                <a:srgbClr val="FFFF00"/>
              </a:solidFill>
              <a:effectLst/>
              <a:uLnTx/>
              <a:uFillTx/>
              <a:latin typeface="+mn-lt"/>
              <a:ea typeface="+mn-ea"/>
              <a:cs typeface="+mn-cs"/>
            </a:endParaRPr>
          </a:p>
          <a:p>
            <a:pPr marL="411480" marR="0" lvl="0" indent="-342900" algn="l" defTabSz="914400" rtl="0" eaLnBrk="0" fontAlgn="base" latinLnBrk="0" hangingPunct="0">
              <a:lnSpc>
                <a:spcPct val="100000"/>
              </a:lnSpc>
              <a:spcBef>
                <a:spcPts val="700"/>
              </a:spcBef>
              <a:spcAft>
                <a:spcPct val="0"/>
              </a:spcAft>
              <a:buClr>
                <a:schemeClr val="tx2"/>
              </a:buClr>
              <a:buSzPct val="95000"/>
              <a:buFont typeface="Wingdings" panose="05000000000000000000" pitchFamily="2" charset="2"/>
              <a:buChar char=""/>
              <a:defRPr/>
            </a:pPr>
            <a:endParaRPr kumimoji="0" lang="en-US" sz="30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4" name="Text Placeholder 2"/>
          <p:cNvSpPr>
            <a:spLocks noGrp="1"/>
          </p:cNvSpPr>
          <p:nvPr>
            <p:ph type="body" idx="1"/>
          </p:nvPr>
        </p:nvSpPr>
        <p:spPr>
          <a:xfrm>
            <a:off x="457200" y="304800"/>
            <a:ext cx="4191000" cy="1143000"/>
          </a:xfrm>
        </p:spPr>
        <p:txBody>
          <a:bodyPr vert="horz" wrap="square" lIns="91440" tIns="45720" rIns="91440" bIns="45720" numCol="1" anchor="ctr" anchorCtr="0" compatLnSpc="1">
            <a:noAutofit/>
          </a:bodyPr>
          <a:lstStyle/>
          <a:p>
            <a:pPr marL="73025" marR="0" lvl="0" indent="0" algn="l" defTabSz="914400" rtl="0" eaLnBrk="1" fontAlgn="auto" latinLnBrk="0" hangingPunct="1">
              <a:lnSpc>
                <a:spcPct val="100000"/>
              </a:lnSpc>
              <a:spcBef>
                <a:spcPts val="700"/>
              </a:spcBef>
              <a:spcAft>
                <a:spcPts val="0"/>
              </a:spcAft>
              <a:buClr>
                <a:schemeClr val="tx1">
                  <a:shade val="95000"/>
                </a:schemeClr>
              </a:buClr>
              <a:buSzPct val="95000"/>
              <a:buFont typeface="Wingdings 2" panose="05020102010507070707"/>
              <a:buNone/>
              <a:defRPr/>
            </a:pPr>
            <a:r>
              <a:rPr kumimoji="0" lang="en-US" sz="3200" b="1" i="0" u="none" strike="noStrike" kern="1200" cap="none" spc="0" normalizeH="0" baseline="0" noProof="0" dirty="0" smtClean="0">
                <a:ln>
                  <a:noFill/>
                </a:ln>
                <a:solidFill>
                  <a:schemeClr val="accent2">
                    <a:lumMod val="40000"/>
                    <a:lumOff val="60000"/>
                  </a:schemeClr>
                </a:solidFill>
                <a:effectLst/>
                <a:uLnTx/>
                <a:uFillTx/>
                <a:latin typeface="+mn-lt"/>
                <a:ea typeface="+mn-ea"/>
                <a:cs typeface="+mn-cs"/>
              </a:rPr>
              <a:t>Non-absorbable natural</a:t>
            </a:r>
            <a:endParaRPr kumimoji="0" lang="en-US" sz="3200" b="1" i="0" u="none" strike="noStrike" kern="1200" cap="none" spc="0" normalizeH="0" baseline="0" noProof="0" dirty="0" smtClean="0">
              <a:ln>
                <a:noFill/>
              </a:ln>
              <a:solidFill>
                <a:schemeClr val="accent2">
                  <a:lumMod val="40000"/>
                  <a:lumOff val="60000"/>
                </a:schemeClr>
              </a:solidFill>
              <a:effectLst/>
              <a:uLnTx/>
              <a:uFillTx/>
              <a:latin typeface="+mn-lt"/>
              <a:ea typeface="+mn-ea"/>
              <a:cs typeface="+mn-cs"/>
            </a:endParaRPr>
          </a:p>
        </p:txBody>
      </p:sp>
      <p:sp>
        <p:nvSpPr>
          <p:cNvPr id="56325" name="Text Placeholder 4"/>
          <p:cNvSpPr>
            <a:spLocks noGrp="1"/>
          </p:cNvSpPr>
          <p:nvPr>
            <p:ph type="body" sz="half" idx="3"/>
          </p:nvPr>
        </p:nvSpPr>
        <p:spPr>
          <a:xfrm>
            <a:off x="4645025" y="304800"/>
            <a:ext cx="4270375" cy="1143000"/>
          </a:xfrm>
        </p:spPr>
        <p:txBody>
          <a:bodyPr vert="horz" wrap="square" lIns="91440" tIns="45720" rIns="91440" bIns="45720" numCol="1" anchor="ctr" anchorCtr="0" compatLnSpc="1">
            <a:noAutofit/>
          </a:bodyPr>
          <a:lstStyle/>
          <a:p>
            <a:pPr marL="73025" marR="0" lvl="0" indent="0" algn="l" defTabSz="914400" rtl="0" eaLnBrk="1" fontAlgn="auto" latinLnBrk="0" hangingPunct="1">
              <a:lnSpc>
                <a:spcPct val="100000"/>
              </a:lnSpc>
              <a:spcBef>
                <a:spcPts val="700"/>
              </a:spcBef>
              <a:spcAft>
                <a:spcPts val="0"/>
              </a:spcAft>
              <a:buClr>
                <a:schemeClr val="tx1">
                  <a:shade val="95000"/>
                </a:schemeClr>
              </a:buClr>
              <a:buSzPct val="95000"/>
              <a:buFont typeface="Wingdings 2" panose="05020102010507070707"/>
              <a:buNone/>
              <a:defRPr/>
            </a:pPr>
            <a:r>
              <a:rPr kumimoji="0" lang="en-US" sz="3200" b="1" i="0" u="none" strike="noStrike" kern="1200" cap="none" spc="0" normalizeH="0" baseline="0" noProof="0" dirty="0" smtClean="0">
                <a:ln>
                  <a:noFill/>
                </a:ln>
                <a:solidFill>
                  <a:schemeClr val="accent2">
                    <a:lumMod val="40000"/>
                    <a:lumOff val="60000"/>
                  </a:schemeClr>
                </a:solidFill>
                <a:effectLst/>
                <a:uLnTx/>
                <a:uFillTx/>
                <a:latin typeface="+mn-lt"/>
                <a:ea typeface="+mn-ea"/>
                <a:cs typeface="+mn-cs"/>
              </a:rPr>
              <a:t>Non-absorbable synthetic</a:t>
            </a:r>
            <a:endParaRPr kumimoji="0" lang="en-US" sz="3200" b="1" i="0" u="none" strike="noStrike" kern="1200" cap="none" spc="0" normalizeH="0" baseline="0" noProof="0" dirty="0" smtClean="0">
              <a:ln>
                <a:noFill/>
              </a:ln>
              <a:solidFill>
                <a:schemeClr val="accent2">
                  <a:lumMod val="40000"/>
                  <a:lumOff val="60000"/>
                </a:schemeClr>
              </a:solidFill>
              <a:effectLst/>
              <a:uLnTx/>
              <a:uFillTx/>
              <a:latin typeface="+mn-lt"/>
              <a:ea typeface="+mn-ea"/>
              <a:cs typeface="+mn-cs"/>
            </a:endParaRPr>
          </a:p>
        </p:txBody>
      </p:sp>
      <p:sp>
        <p:nvSpPr>
          <p:cNvPr id="72708" name="Content Placeholder 3"/>
          <p:cNvSpPr>
            <a:spLocks noGrp="1"/>
          </p:cNvSpPr>
          <p:nvPr>
            <p:ph sz="quarter" idx="2"/>
          </p:nvPr>
        </p:nvSpPr>
        <p:spPr>
          <a:xfrm>
            <a:off x="457200" y="1752600"/>
            <a:ext cx="4040188" cy="4373563"/>
          </a:xfrm>
          <a:ln/>
        </p:spPr>
        <p:txBody>
          <a:bodyPr vert="horz" wrap="square" lIns="91440" tIns="45720" rIns="91440" bIns="45720" anchor="t" anchorCtr="0"/>
          <a:p>
            <a:pPr eaLnBrk="1" hangingPunct="1">
              <a:buSzPct val="95000"/>
            </a:pPr>
            <a:r>
              <a:rPr sz="4400" kern="1200" dirty="0">
                <a:solidFill>
                  <a:srgbClr val="FFFF00"/>
                </a:solidFill>
                <a:latin typeface="+mn-lt"/>
                <a:ea typeface="+mn-ea"/>
                <a:cs typeface="+mn-cs"/>
              </a:rPr>
              <a:t>Surgical silk</a:t>
            </a:r>
            <a:endParaRPr sz="4400" kern="1200" dirty="0">
              <a:solidFill>
                <a:srgbClr val="FFFF00"/>
              </a:solidFill>
              <a:latin typeface="+mn-lt"/>
              <a:ea typeface="+mn-ea"/>
              <a:cs typeface="+mn-cs"/>
            </a:endParaRPr>
          </a:p>
          <a:p>
            <a:pPr eaLnBrk="1" hangingPunct="1">
              <a:buSzPct val="95000"/>
            </a:pPr>
            <a:r>
              <a:rPr sz="4400" kern="1200" dirty="0">
                <a:solidFill>
                  <a:srgbClr val="FFFF00"/>
                </a:solidFill>
                <a:latin typeface="+mn-lt"/>
                <a:ea typeface="+mn-ea"/>
                <a:cs typeface="+mn-cs"/>
              </a:rPr>
              <a:t>Surgical cotton</a:t>
            </a:r>
            <a:endParaRPr sz="4400" kern="1200" dirty="0">
              <a:solidFill>
                <a:srgbClr val="FFFF00"/>
              </a:solidFill>
              <a:latin typeface="+mn-lt"/>
              <a:ea typeface="+mn-ea"/>
              <a:cs typeface="+mn-cs"/>
            </a:endParaRPr>
          </a:p>
          <a:p>
            <a:pPr eaLnBrk="1" hangingPunct="1">
              <a:buSzPct val="95000"/>
            </a:pPr>
            <a:r>
              <a:rPr sz="4400" kern="1200" dirty="0">
                <a:solidFill>
                  <a:srgbClr val="FFFF00"/>
                </a:solidFill>
                <a:latin typeface="+mn-lt"/>
                <a:ea typeface="+mn-ea"/>
                <a:cs typeface="+mn-cs"/>
              </a:rPr>
              <a:t>Surgical steel</a:t>
            </a:r>
            <a:endParaRPr sz="4400" kern="1200" dirty="0">
              <a:solidFill>
                <a:srgbClr val="FFFF00"/>
              </a:solidFill>
              <a:latin typeface="+mn-lt"/>
              <a:ea typeface="+mn-ea"/>
              <a:cs typeface="+mn-cs"/>
            </a:endParaRPr>
          </a:p>
          <a:p>
            <a:pPr eaLnBrk="1" hangingPunct="1">
              <a:buSzPct val="95000"/>
            </a:pPr>
            <a:endParaRPr sz="4400" kern="1200" dirty="0">
              <a:solidFill>
                <a:srgbClr val="FFFF00"/>
              </a:solidFill>
              <a:latin typeface="+mn-lt"/>
              <a:ea typeface="+mn-ea"/>
              <a:cs typeface="+mn-cs"/>
            </a:endParaRPr>
          </a:p>
          <a:p>
            <a:pPr eaLnBrk="1" hangingPunct="1">
              <a:buSzPct val="95000"/>
            </a:pPr>
            <a:endParaRPr sz="4400" kern="1200" dirty="0">
              <a:solidFill>
                <a:srgbClr val="FFFF00"/>
              </a:solidFill>
              <a:latin typeface="+mn-lt"/>
              <a:ea typeface="+mn-ea"/>
              <a:cs typeface="+mn-cs"/>
            </a:endParaRPr>
          </a:p>
          <a:p>
            <a:pPr eaLnBrk="1" hangingPunct="1">
              <a:buSzPct val="95000"/>
            </a:pPr>
            <a:endParaRPr sz="4400" kern="1200" dirty="0">
              <a:solidFill>
                <a:srgbClr val="FFFF00"/>
              </a:solidFill>
              <a:latin typeface="+mn-lt"/>
              <a:ea typeface="+mn-ea"/>
              <a:cs typeface="+mn-cs"/>
            </a:endParaRPr>
          </a:p>
          <a:p>
            <a:pPr eaLnBrk="1" hangingPunct="1">
              <a:buSzPct val="95000"/>
            </a:pPr>
            <a:endParaRPr kern="1200" dirty="0">
              <a:solidFill>
                <a:srgbClr val="FFFF00"/>
              </a:solidFill>
              <a:latin typeface="+mn-lt"/>
              <a:ea typeface="+mn-ea"/>
              <a:cs typeface="+mn-cs"/>
            </a:endParaRPr>
          </a:p>
          <a:p>
            <a:pPr eaLnBrk="1" hangingPunct="1">
              <a:buSzPct val="95000"/>
            </a:pPr>
            <a:endParaRPr kern="1200" dirty="0">
              <a:solidFill>
                <a:srgbClr val="FFFF00"/>
              </a:solidFill>
              <a:latin typeface="+mn-lt"/>
              <a:ea typeface="+mn-ea"/>
              <a:cs typeface="+mn-cs"/>
            </a:endParaRPr>
          </a:p>
          <a:p>
            <a:pPr eaLnBrk="1" hangingPunct="1">
              <a:buSzPct val="95000"/>
            </a:pPr>
            <a:endParaRPr kern="1200" dirty="0">
              <a:solidFill>
                <a:srgbClr val="FFFF00"/>
              </a:solidFill>
              <a:latin typeface="+mn-lt"/>
              <a:ea typeface="+mn-ea"/>
              <a:cs typeface="+mn-cs"/>
            </a:endParaRPr>
          </a:p>
          <a:p>
            <a:pPr eaLnBrk="1" hangingPunct="1">
              <a:buSzPct val="95000"/>
              <a:buFont typeface="Arial" panose="020B0604020202020204" pitchFamily="34" charset="0"/>
              <a:buNone/>
            </a:pPr>
            <a:endParaRPr b="1" kern="1200" dirty="0">
              <a:solidFill>
                <a:srgbClr val="FFFF00"/>
              </a:solidFill>
              <a:latin typeface="+mn-lt"/>
              <a:ea typeface="+mn-ea"/>
              <a:cs typeface="+mn-cs"/>
            </a:endParaRPr>
          </a:p>
          <a:p>
            <a:pPr eaLnBrk="1" hangingPunct="1">
              <a:buSzPct val="95000"/>
            </a:pPr>
            <a:endParaRPr kern="1200" dirty="0">
              <a:solidFill>
                <a:srgbClr val="FFFF00"/>
              </a:solidFill>
              <a:latin typeface="+mn-lt"/>
              <a:ea typeface="+mn-ea"/>
              <a:cs typeface="+mn-cs"/>
            </a:endParaRPr>
          </a:p>
        </p:txBody>
      </p:sp>
      <p:sp>
        <p:nvSpPr>
          <p:cNvPr id="72709" name="Content Placeholder 5"/>
          <p:cNvSpPr>
            <a:spLocks noGrp="1"/>
          </p:cNvSpPr>
          <p:nvPr>
            <p:ph sz="quarter" idx="4"/>
          </p:nvPr>
        </p:nvSpPr>
        <p:spPr>
          <a:xfrm>
            <a:off x="4645025" y="1752600"/>
            <a:ext cx="4041775" cy="4038600"/>
          </a:xfrm>
          <a:ln/>
        </p:spPr>
        <p:txBody>
          <a:bodyPr vert="horz" wrap="square" lIns="91440" tIns="45720" rIns="91440" bIns="45720" anchor="t" anchorCtr="0"/>
          <a:p>
            <a:pPr eaLnBrk="1" hangingPunct="1">
              <a:buSzPct val="95000"/>
            </a:pPr>
            <a:r>
              <a:rPr sz="4000" kern="1200" dirty="0">
                <a:solidFill>
                  <a:srgbClr val="FFFF00"/>
                </a:solidFill>
                <a:latin typeface="+mn-lt"/>
                <a:ea typeface="+mn-ea"/>
                <a:cs typeface="+mn-cs"/>
              </a:rPr>
              <a:t>Nylon</a:t>
            </a:r>
            <a:endParaRPr sz="4000" kern="1200" dirty="0">
              <a:solidFill>
                <a:srgbClr val="FFFF00"/>
              </a:solidFill>
              <a:latin typeface="+mn-lt"/>
              <a:ea typeface="+mn-ea"/>
              <a:cs typeface="+mn-cs"/>
            </a:endParaRPr>
          </a:p>
          <a:p>
            <a:pPr eaLnBrk="1" hangingPunct="1">
              <a:buSzPct val="95000"/>
            </a:pPr>
            <a:r>
              <a:rPr sz="4000" kern="1200" dirty="0">
                <a:solidFill>
                  <a:srgbClr val="FFFF00"/>
                </a:solidFill>
                <a:latin typeface="+mn-lt"/>
                <a:ea typeface="+mn-ea"/>
                <a:cs typeface="+mn-cs"/>
              </a:rPr>
              <a:t>Polyester fiber (Mersilene/</a:t>
            </a:r>
            <a:endParaRPr sz="4000" kern="1200" dirty="0">
              <a:solidFill>
                <a:srgbClr val="FFFF00"/>
              </a:solidFill>
              <a:latin typeface="+mn-lt"/>
              <a:ea typeface="+mn-ea"/>
              <a:cs typeface="+mn-cs"/>
            </a:endParaRPr>
          </a:p>
          <a:p>
            <a:pPr eaLnBrk="1" hangingPunct="1">
              <a:buSzPct val="95000"/>
            </a:pPr>
            <a:r>
              <a:rPr sz="4000" kern="1200" dirty="0">
                <a:solidFill>
                  <a:srgbClr val="FFFF00"/>
                </a:solidFill>
                <a:latin typeface="+mn-lt"/>
                <a:ea typeface="+mn-ea"/>
                <a:cs typeface="+mn-cs"/>
              </a:rPr>
              <a:t>Surgidac [uncoated]and Ethibond/</a:t>
            </a:r>
            <a:endParaRPr sz="4000" kern="1200" dirty="0">
              <a:solidFill>
                <a:srgbClr val="FFFF00"/>
              </a:solidFill>
              <a:latin typeface="+mn-lt"/>
              <a:ea typeface="+mn-ea"/>
              <a:cs typeface="+mn-cs"/>
            </a:endParaRPr>
          </a:p>
          <a:p>
            <a:pPr eaLnBrk="1" hangingPunct="1">
              <a:buSzPct val="95000"/>
            </a:pPr>
            <a:r>
              <a:rPr sz="4000" kern="1200" dirty="0">
                <a:solidFill>
                  <a:srgbClr val="FFFF00"/>
                </a:solidFill>
                <a:latin typeface="+mn-lt"/>
                <a:ea typeface="+mn-ea"/>
                <a:cs typeface="+mn-cs"/>
              </a:rPr>
              <a:t>Ticron[coated]</a:t>
            </a:r>
            <a:endParaRPr sz="4000" kern="1200" dirty="0">
              <a:solidFill>
                <a:srgbClr val="FFFF00"/>
              </a:solidFill>
              <a:latin typeface="+mn-lt"/>
              <a:ea typeface="+mn-ea"/>
              <a:cs typeface="+mn-cs"/>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Content Placeholder 5"/>
          <p:cNvSpPr>
            <a:spLocks noGrp="1"/>
          </p:cNvSpPr>
          <p:nvPr>
            <p:ph sz="quarter" idx="1"/>
          </p:nvPr>
        </p:nvSpPr>
        <p:spPr>
          <a:xfrm>
            <a:off x="3962400" y="533400"/>
            <a:ext cx="5181600" cy="5592763"/>
          </a:xfrm>
          <a:ln/>
        </p:spPr>
        <p:txBody>
          <a:bodyPr vert="horz" wrap="square" lIns="91440" tIns="45720" rIns="91440" bIns="45720" anchor="t" anchorCtr="0"/>
          <a:lstStyle>
            <a:lvl1pPr lvl="0">
              <a:buClr>
                <a:schemeClr val="tx2"/>
              </a:buClr>
              <a:buSzPct val="95000"/>
              <a:buFont typeface="Wingdings" panose="05000000000000000000" pitchFamily="2" charset="2"/>
              <a:defRPr sz="2100"/>
            </a:lvl1pPr>
            <a:lvl2pPr lvl="1">
              <a:buClr>
                <a:schemeClr val="accent2"/>
              </a:buClr>
              <a:buSzPct val="90000"/>
              <a:buFont typeface="Wingdings" panose="05000000000000000000" pitchFamily="2" charset="2"/>
              <a:defRPr sz="2000"/>
            </a:lvl2pPr>
            <a:lvl3pPr lvl="2">
              <a:buClr>
                <a:schemeClr val="accent2"/>
              </a:buClr>
              <a:buSzTx/>
              <a:buFont typeface="Wingdings 2" panose="05020102010507070707" pitchFamily="18" charset="2"/>
              <a:defRPr sz="1800"/>
            </a:lvl3pPr>
            <a:lvl4pPr lvl="3">
              <a:buClr>
                <a:srgbClr val="FEB80A"/>
              </a:buClr>
              <a:buSzTx/>
              <a:buFont typeface="Wingdings 3" panose="05040102010807070707" pitchFamily="18" charset="2"/>
              <a:defRPr sz="1800"/>
            </a:lvl4pPr>
            <a:lvl5pPr lvl="4">
              <a:buClr>
                <a:srgbClr val="FEB80A"/>
              </a:buClr>
              <a:buSzTx/>
              <a:buFont typeface="Wingdings 2" panose="05020102010507070707" pitchFamily="18" charset="2"/>
              <a:defRPr sz="1600"/>
            </a:lvl5pPr>
          </a:lstStyle>
          <a:p>
            <a:pPr lvl="0" eaLnBrk="1" hangingPunct="1"/>
            <a:r>
              <a:rPr sz="4000" dirty="0">
                <a:solidFill>
                  <a:srgbClr val="FFFF00"/>
                </a:solidFill>
              </a:rPr>
              <a:t>Polybutester Suture (Novafil)</a:t>
            </a:r>
            <a:endParaRPr sz="4000" dirty="0">
              <a:solidFill>
                <a:srgbClr val="FFFF00"/>
              </a:solidFill>
            </a:endParaRPr>
          </a:p>
          <a:p>
            <a:pPr lvl="0" eaLnBrk="1" hangingPunct="1"/>
            <a:r>
              <a:rPr sz="4000" dirty="0">
                <a:solidFill>
                  <a:srgbClr val="FFFF00"/>
                </a:solidFill>
              </a:rPr>
              <a:t>Coated Polybutester Suture (Vascufil)</a:t>
            </a:r>
            <a:endParaRPr sz="4000" dirty="0">
              <a:solidFill>
                <a:srgbClr val="FFFF00"/>
              </a:solidFill>
            </a:endParaRPr>
          </a:p>
          <a:p>
            <a:pPr lvl="0" eaLnBrk="1" hangingPunct="1"/>
            <a:r>
              <a:rPr sz="4000" dirty="0">
                <a:solidFill>
                  <a:srgbClr val="FFFF00"/>
                </a:solidFill>
              </a:rPr>
              <a:t>Polypropylene (Prolene)</a:t>
            </a:r>
            <a:endParaRPr sz="4000" dirty="0">
              <a:solidFill>
                <a:srgbClr val="FFFF00"/>
              </a:solidFill>
            </a:endParaRPr>
          </a:p>
          <a:p>
            <a:pPr lvl="0" eaLnBrk="1" hangingPunct="1"/>
            <a:r>
              <a:rPr sz="4000" dirty="0">
                <a:solidFill>
                  <a:srgbClr val="FFFF00"/>
                </a:solidFill>
              </a:rPr>
              <a:t>Surgipro II</a:t>
            </a:r>
            <a:endParaRPr sz="4000" dirty="0">
              <a:solidFill>
                <a:srgbClr val="FFFF00"/>
              </a:solidFill>
            </a:endParaRPr>
          </a:p>
          <a:p>
            <a:pPr lvl="0" eaLnBrk="1" hangingPunct="1">
              <a:buFont typeface="Wingdings 2" panose="05020102010507070707" pitchFamily="18" charset="2"/>
              <a:buNone/>
            </a:pPr>
            <a:endParaRPr sz="3000" dirty="0">
              <a:solidFill>
                <a:srgbClr val="FFFF00"/>
              </a:solidFill>
            </a:endParaRPr>
          </a:p>
          <a:p>
            <a:pPr lvl="0" eaLnBrk="1" hangingPunct="1"/>
            <a:endParaRPr sz="3000" dirty="0">
              <a:solidFill>
                <a:srgbClr val="FFFF00"/>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Title 1"/>
          <p:cNvSpPr>
            <a:spLocks noGrp="1"/>
          </p:cNvSpPr>
          <p:nvPr>
            <p:ph type="title"/>
          </p:nvPr>
        </p:nvSpPr>
        <p:spPr/>
        <p:txBody>
          <a:bodyPr vert="horz" anchor="t">
            <a:no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4000" b="0" i="0" u="none" strike="noStrike" kern="1200" cap="none" spc="-100" normalizeH="0" baseline="0" noProof="0" dirty="0" smtClean="0">
                <a:ln>
                  <a:noFill/>
                </a:ln>
                <a:solidFill>
                  <a:schemeClr val="accent2">
                    <a:lumMod val="60000"/>
                    <a:lumOff val="40000"/>
                  </a:schemeClr>
                </a:solidFill>
                <a:effectLst/>
                <a:uLnTx/>
                <a:uFillTx/>
                <a:latin typeface="+mj-lt"/>
                <a:ea typeface="+mj-ea"/>
                <a:cs typeface="+mj-cs"/>
              </a:rPr>
              <a:t>NEEDLES</a:t>
            </a:r>
            <a:endParaRPr kumimoji="0" lang="en-US" sz="4000" b="0" i="0" u="none" strike="noStrike" kern="1200" cap="none" spc="-100" normalizeH="0" baseline="0" noProof="0" dirty="0" smtClean="0">
              <a:ln>
                <a:noFill/>
              </a:ln>
              <a:solidFill>
                <a:schemeClr val="accent2">
                  <a:lumMod val="60000"/>
                  <a:lumOff val="40000"/>
                </a:schemeClr>
              </a:solidFill>
              <a:effectLst/>
              <a:uLnTx/>
              <a:uFillTx/>
              <a:latin typeface="+mj-lt"/>
              <a:ea typeface="+mj-ea"/>
              <a:cs typeface="+mj-cs"/>
            </a:endParaRPr>
          </a:p>
        </p:txBody>
      </p:sp>
      <p:sp>
        <p:nvSpPr>
          <p:cNvPr id="67587" name="Content Placeholder 2"/>
          <p:cNvSpPr>
            <a:spLocks noGrp="1"/>
          </p:cNvSpPr>
          <p:nvPr>
            <p:ph idx="1"/>
          </p:nvPr>
        </p:nvSpPr>
        <p:spPr>
          <a:xfrm>
            <a:off x="533400" y="1447800"/>
            <a:ext cx="8153400" cy="4908550"/>
          </a:xfrm>
        </p:spPr>
        <p:txBody>
          <a:bodyPr vert="horz" wrap="square" lIns="91440" tIns="45720" rIns="91440" bIns="45720" numCol="1" anchor="t" anchorCtr="0" compatLnSpc="1"/>
          <a:lstStyle/>
          <a:p>
            <a:pPr marL="411480" marR="0" lvl="0" indent="-342900" algn="l" defTabSz="914400" rtl="0" eaLnBrk="1" fontAlgn="base" latinLnBrk="0" hangingPunct="1">
              <a:lnSpc>
                <a:spcPct val="100000"/>
              </a:lnSpc>
              <a:spcBef>
                <a:spcPts val="700"/>
              </a:spcBef>
              <a:spcAft>
                <a:spcPct val="0"/>
              </a:spcAft>
              <a:buClr>
                <a:schemeClr val="tx2"/>
              </a:buClr>
              <a:buSzPct val="95000"/>
              <a:buFont typeface="Arial" panose="020B0604020202020204" pitchFamily="34" charset="0"/>
              <a:buNone/>
              <a:defRPr/>
            </a:pPr>
            <a:r>
              <a:rPr kumimoji="0" lang="en-US" sz="3000" b="1" i="0" u="sng" strike="noStrike" kern="1200" cap="none" spc="0" normalizeH="0" baseline="0" noProof="0" dirty="0" smtClean="0">
                <a:ln>
                  <a:noFill/>
                </a:ln>
                <a:solidFill>
                  <a:schemeClr val="tx2">
                    <a:lumMod val="75000"/>
                  </a:schemeClr>
                </a:solidFill>
                <a:effectLst/>
                <a:uLnTx/>
                <a:uFillTx/>
                <a:latin typeface="+mn-lt"/>
                <a:ea typeface="+mn-ea"/>
                <a:cs typeface="+mn-cs"/>
              </a:rPr>
              <a:t>Characteristics of a good needle</a:t>
            </a:r>
            <a:endParaRPr kumimoji="0" lang="en-US" sz="3000" b="1" i="0" u="sng" strike="noStrike" kern="1200" cap="none" spc="0" normalizeH="0" baseline="0" noProof="0" dirty="0" smtClean="0">
              <a:ln>
                <a:noFill/>
              </a:ln>
              <a:solidFill>
                <a:schemeClr val="tx2">
                  <a:lumMod val="75000"/>
                </a:schemeClr>
              </a:solidFill>
              <a:effectLst/>
              <a:uLnTx/>
              <a:uFillTx/>
              <a:latin typeface="+mn-lt"/>
              <a:ea typeface="+mn-ea"/>
              <a:cs typeface="+mn-cs"/>
            </a:endParaRPr>
          </a:p>
          <a:p>
            <a:pPr marL="411480" marR="0" lvl="0" indent="-342900" algn="l" defTabSz="914400" rtl="0" eaLnBrk="1" fontAlgn="base" latinLnBrk="0" hangingPunct="1">
              <a:lnSpc>
                <a:spcPct val="100000"/>
              </a:lnSpc>
              <a:spcBef>
                <a:spcPts val="700"/>
              </a:spcBef>
              <a:spcAft>
                <a:spcPct val="0"/>
              </a:spcAft>
              <a:buClr>
                <a:schemeClr val="tx2"/>
              </a:buClr>
              <a:buSzPct val="95000"/>
              <a:buFont typeface="Wingdings" panose="05000000000000000000" pitchFamily="2" charset="2"/>
              <a:buChar char=""/>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Strong enough so it does not break easily</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411480" marR="0" lvl="0" indent="-342900" algn="l" defTabSz="914400" rtl="0" eaLnBrk="1" fontAlgn="base" latinLnBrk="0" hangingPunct="1">
              <a:lnSpc>
                <a:spcPct val="100000"/>
              </a:lnSpc>
              <a:spcBef>
                <a:spcPts val="700"/>
              </a:spcBef>
              <a:spcAft>
                <a:spcPct val="0"/>
              </a:spcAft>
              <a:buClr>
                <a:schemeClr val="tx2"/>
              </a:buClr>
              <a:buSzPct val="95000"/>
              <a:buFont typeface="Wingdings" panose="05000000000000000000" pitchFamily="2" charset="2"/>
              <a:buChar char=""/>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Rigid enough to prevent excessive bending yet flexible enough to prevent breaking in case of bending</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411480" marR="0" lvl="0" indent="-342900" algn="l" defTabSz="914400" rtl="0" eaLnBrk="1" fontAlgn="base" latinLnBrk="0" hangingPunct="1">
              <a:lnSpc>
                <a:spcPct val="100000"/>
              </a:lnSpc>
              <a:spcBef>
                <a:spcPts val="700"/>
              </a:spcBef>
              <a:spcAft>
                <a:spcPct val="0"/>
              </a:spcAft>
              <a:buClr>
                <a:schemeClr val="tx2"/>
              </a:buClr>
              <a:buSzPct val="95000"/>
              <a:buFont typeface="Wingdings" panose="05000000000000000000" pitchFamily="2" charset="2"/>
              <a:buChar char=""/>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Sharp enough to penetrate tissue with minimal resistance yet not stronger than the tissue it penetrates</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411480" marR="0" lvl="0" indent="-342900" algn="l" defTabSz="914400" rtl="0" eaLnBrk="1" fontAlgn="base" latinLnBrk="0" hangingPunct="1">
              <a:lnSpc>
                <a:spcPct val="100000"/>
              </a:lnSpc>
              <a:spcBef>
                <a:spcPts val="700"/>
              </a:spcBef>
              <a:spcAft>
                <a:spcPct val="0"/>
              </a:spcAft>
              <a:buClr>
                <a:schemeClr val="tx2"/>
              </a:buClr>
              <a:buSzPct val="95000"/>
              <a:buFont typeface="Wingdings" panose="05000000000000000000" pitchFamily="2" charset="2"/>
              <a:buChar char=""/>
              <a:defRPr/>
            </a:pPr>
            <a:endParaRPr kumimoji="0" lang="en-US" sz="3000" b="0" i="0" u="none" strike="noStrike" kern="1200" cap="none" spc="0" normalizeH="0" baseline="0" noProof="0" dirty="0" smtClean="0">
              <a:ln>
                <a:noFill/>
              </a:ln>
              <a:solidFill>
                <a:srgbClr val="FFFF00"/>
              </a:solidFill>
              <a:effectLst/>
              <a:uLnTx/>
              <a:uFillTx/>
              <a:latin typeface="+mn-lt"/>
              <a:ea typeface="+mn-ea"/>
              <a:cs typeface="+mn-cs"/>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Content Placeholder 2"/>
          <p:cNvSpPr>
            <a:spLocks noGrp="1"/>
          </p:cNvSpPr>
          <p:nvPr>
            <p:ph idx="1"/>
          </p:nvPr>
        </p:nvSpPr>
        <p:spPr>
          <a:xfrm>
            <a:off x="457200" y="533400"/>
            <a:ext cx="8229600" cy="5592763"/>
          </a:xfrm>
          <a:ln/>
        </p:spPr>
        <p:txBody>
          <a:bodyPr vert="horz" wrap="square" lIns="91440" tIns="45720" rIns="91440" bIns="45720" anchor="t" anchorCtr="0"/>
          <a:p>
            <a:pPr eaLnBrk="1" hangingPunct="1"/>
            <a:r>
              <a:rPr sz="3600" dirty="0">
                <a:solidFill>
                  <a:srgbClr val="FFFF00"/>
                </a:solidFill>
              </a:rPr>
              <a:t>Approximately the same diameter as the suture material it carries to minimize trauma in passage through tissue</a:t>
            </a:r>
            <a:endParaRPr sz="3600" dirty="0">
              <a:solidFill>
                <a:srgbClr val="FFFF00"/>
              </a:solidFill>
            </a:endParaRPr>
          </a:p>
          <a:p>
            <a:pPr eaLnBrk="1" hangingPunct="1"/>
            <a:r>
              <a:rPr sz="3600" dirty="0">
                <a:solidFill>
                  <a:srgbClr val="FFFF00"/>
                </a:solidFill>
              </a:rPr>
              <a:t>Appropriate in shape and size for the type of condition and accessibility of the tissue to be sutured</a:t>
            </a:r>
            <a:endParaRPr sz="3600" dirty="0">
              <a:solidFill>
                <a:srgbClr val="FFFF00"/>
              </a:solidFill>
            </a:endParaRPr>
          </a:p>
          <a:p>
            <a:pPr eaLnBrk="1" hangingPunct="1"/>
            <a:r>
              <a:rPr sz="3600" dirty="0">
                <a:solidFill>
                  <a:srgbClr val="FFFF00"/>
                </a:solidFill>
              </a:rPr>
              <a:t>Free from corrosion and burns to prevent tissue trauma</a:t>
            </a:r>
            <a:endParaRPr sz="3600" dirty="0">
              <a:solidFill>
                <a:srgbClr val="FFFF00"/>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Title 1"/>
          <p:cNvSpPr>
            <a:spLocks noGrp="1"/>
          </p:cNvSpPr>
          <p:nvPr>
            <p:ph type="title"/>
          </p:nvPr>
        </p:nvSpPr>
        <p:spPr/>
        <p:txBody>
          <a:bodyPr vert="horz" anchor="t">
            <a:no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4000" b="0" i="0" u="none" strike="noStrike" kern="1200" cap="none" spc="-100" normalizeH="0" baseline="0" noProof="0" dirty="0" smtClean="0">
                <a:ln>
                  <a:noFill/>
                </a:ln>
                <a:solidFill>
                  <a:schemeClr val="accent2">
                    <a:lumMod val="60000"/>
                    <a:lumOff val="40000"/>
                  </a:schemeClr>
                </a:solidFill>
                <a:effectLst/>
                <a:uLnTx/>
                <a:uFillTx/>
                <a:latin typeface="+mj-lt"/>
                <a:ea typeface="+mj-ea"/>
                <a:cs typeface="+mj-cs"/>
              </a:rPr>
              <a:t>CLASSIFICATION OF NEEDLES</a:t>
            </a:r>
            <a:endParaRPr kumimoji="0" lang="en-US" sz="4000" b="0" i="0" u="none" strike="noStrike" kern="1200" cap="none" spc="-100" normalizeH="0" baseline="0" noProof="0" dirty="0" smtClean="0">
              <a:ln>
                <a:noFill/>
              </a:ln>
              <a:solidFill>
                <a:schemeClr val="accent2">
                  <a:lumMod val="60000"/>
                  <a:lumOff val="40000"/>
                </a:schemeClr>
              </a:solidFill>
              <a:effectLst/>
              <a:uLnTx/>
              <a:uFillTx/>
              <a:latin typeface="+mj-lt"/>
              <a:ea typeface="+mj-ea"/>
              <a:cs typeface="+mj-cs"/>
            </a:endParaRPr>
          </a:p>
        </p:txBody>
      </p:sp>
      <p:sp>
        <p:nvSpPr>
          <p:cNvPr id="76803" name="Content Placeholder 2"/>
          <p:cNvSpPr>
            <a:spLocks noGrp="1"/>
          </p:cNvSpPr>
          <p:nvPr>
            <p:ph idx="1"/>
          </p:nvPr>
        </p:nvSpPr>
        <p:spPr>
          <a:ln/>
        </p:spPr>
        <p:txBody>
          <a:bodyPr vert="horz" wrap="square" lIns="91440" tIns="45720" rIns="91440" bIns="45720" anchor="t" anchorCtr="0"/>
          <a:p>
            <a:pPr marL="514350" indent="-514350" eaLnBrk="1" hangingPunct="1">
              <a:buFont typeface="Arial" panose="020B0604020202020204" pitchFamily="34" charset="0"/>
              <a:buAutoNum type="arabicPeriod"/>
            </a:pPr>
            <a:r>
              <a:rPr sz="3600" dirty="0">
                <a:solidFill>
                  <a:srgbClr val="00B0F0"/>
                </a:solidFill>
              </a:rPr>
              <a:t>According to the eye</a:t>
            </a:r>
            <a:endParaRPr sz="3600" dirty="0">
              <a:solidFill>
                <a:srgbClr val="00B0F0"/>
              </a:solidFill>
            </a:endParaRPr>
          </a:p>
          <a:p>
            <a:pPr marL="514350" indent="-514350" eaLnBrk="1" hangingPunct="1">
              <a:buFontTx/>
              <a:buChar char="-"/>
            </a:pPr>
            <a:r>
              <a:rPr sz="3600" dirty="0">
                <a:solidFill>
                  <a:srgbClr val="FFFF00"/>
                </a:solidFill>
              </a:rPr>
              <a:t>Regular eyed- threaded like ordinary sewing thread</a:t>
            </a:r>
            <a:endParaRPr sz="3600" dirty="0">
              <a:solidFill>
                <a:srgbClr val="FFFF00"/>
              </a:solidFill>
            </a:endParaRPr>
          </a:p>
          <a:p>
            <a:pPr marL="514350" indent="-514350" eaLnBrk="1" hangingPunct="1">
              <a:buFontTx/>
              <a:buChar char="-"/>
            </a:pPr>
            <a:r>
              <a:rPr sz="3600" dirty="0">
                <a:solidFill>
                  <a:srgbClr val="FFFF00"/>
                </a:solidFill>
              </a:rPr>
              <a:t>Eyeless or swaged</a:t>
            </a:r>
            <a:endParaRPr sz="3600" dirty="0">
              <a:solidFill>
                <a:srgbClr val="FFFF00"/>
              </a:solidFill>
            </a:endParaRPr>
          </a:p>
          <a:p>
            <a:pPr marL="514350" indent="-514350" eaLnBrk="1" hangingPunct="1">
              <a:buFont typeface="Arial" panose="020B0604020202020204" pitchFamily="34" charset="0"/>
              <a:buNone/>
            </a:pPr>
            <a:r>
              <a:rPr sz="3600" dirty="0">
                <a:solidFill>
                  <a:srgbClr val="00B0F0"/>
                </a:solidFill>
              </a:rPr>
              <a:t>2. According to the shape of the shaft</a:t>
            </a:r>
            <a:r>
              <a:rPr sz="3600" dirty="0">
                <a:solidFill>
                  <a:srgbClr val="FFFF00"/>
                </a:solidFill>
              </a:rPr>
              <a:t>, straight or </a:t>
            </a:r>
            <a:endParaRPr sz="3600" dirty="0">
              <a:solidFill>
                <a:srgbClr val="FFFF00"/>
              </a:solidFill>
            </a:endParaRPr>
          </a:p>
          <a:p>
            <a:pPr marL="514350" indent="-514350" eaLnBrk="1" hangingPunct="1">
              <a:buFont typeface="Arial" panose="020B0604020202020204" pitchFamily="34" charset="0"/>
              <a:buNone/>
            </a:pPr>
            <a:r>
              <a:rPr sz="3600" dirty="0">
                <a:solidFill>
                  <a:srgbClr val="FFFF00"/>
                </a:solidFill>
              </a:rPr>
              <a:t>     curved.</a:t>
            </a:r>
            <a:endParaRPr sz="3600" dirty="0">
              <a:solidFill>
                <a:srgbClr val="FFFF00"/>
              </a:solidFill>
            </a:endParaRPr>
          </a:p>
          <a:p>
            <a:pPr marL="514350" indent="-514350" eaLnBrk="1" hangingPunct="1">
              <a:buFont typeface="Arial" panose="020B0604020202020204" pitchFamily="34" charset="0"/>
              <a:buNone/>
            </a:pPr>
            <a:endParaRPr dirty="0">
              <a:solidFill>
                <a:srgbClr val="FFFF00"/>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457200" y="457200"/>
            <a:ext cx="8229600" cy="5668963"/>
          </a:xfrm>
        </p:spPr>
        <p:txBody>
          <a:bodyPr vert="horz" wrap="square" lIns="91440" tIns="45720" rIns="91440" bIns="45720" numCol="1" anchor="t" anchorCtr="0" compatLnSpc="1">
            <a:normAutofit/>
          </a:bodyPr>
          <a:lstStyle/>
          <a:p>
            <a:pPr marL="274320" marR="0" lvl="0" indent="-274320" algn="l" defTabSz="914400" rtl="0" eaLnBrk="1" fontAlgn="auto" latinLnBrk="0" hangingPunct="1">
              <a:lnSpc>
                <a:spcPct val="100000"/>
              </a:lnSpc>
              <a:spcBef>
                <a:spcPts val="700"/>
              </a:spcBef>
              <a:spcAft>
                <a:spcPts val="0"/>
              </a:spcAft>
              <a:buClr>
                <a:schemeClr val="tx1">
                  <a:shade val="95000"/>
                </a:schemeClr>
              </a:buClr>
              <a:buSzPct val="95000"/>
              <a:buFont typeface="Arial" panose="020B0604020202020204" pitchFamily="34" charset="0"/>
              <a:buNone/>
              <a:defRPr/>
            </a:pP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514350" marR="0" lvl="0" indent="-514350" algn="l" defTabSz="914400" rtl="0" eaLnBrk="1" fontAlgn="auto" latinLnBrk="0" hangingPunct="1">
              <a:lnSpc>
                <a:spcPct val="100000"/>
              </a:lnSpc>
              <a:spcBef>
                <a:spcPts val="700"/>
              </a:spcBef>
              <a:spcAft>
                <a:spcPts val="0"/>
              </a:spcAft>
              <a:buClr>
                <a:schemeClr val="tx1">
                  <a:shade val="95000"/>
                </a:schemeClr>
              </a:buClr>
              <a:buSzPct val="95000"/>
              <a:buFont typeface="Arial" panose="020B0604020202020204" pitchFamily="34" charset="0"/>
              <a:buAutoNum type="alphaLcParenR"/>
              <a:defRPr/>
            </a:pPr>
            <a:r>
              <a:rPr kumimoji="0" lang="en-US" sz="4000" b="0" i="0" u="none" strike="noStrike" kern="1200" cap="none" spc="0" normalizeH="0" baseline="0" noProof="0" dirty="0" smtClean="0">
                <a:ln>
                  <a:noFill/>
                </a:ln>
                <a:solidFill>
                  <a:schemeClr val="accent3">
                    <a:lumMod val="60000"/>
                    <a:lumOff val="40000"/>
                  </a:schemeClr>
                </a:solidFill>
                <a:effectLst/>
                <a:uLnTx/>
                <a:uFillTx/>
                <a:latin typeface="+mn-lt"/>
                <a:ea typeface="+mn-ea"/>
                <a:cs typeface="+mn-cs"/>
              </a:rPr>
              <a:t>Straight</a:t>
            </a:r>
            <a:r>
              <a:rPr kumimoji="0" lang="en-US" sz="4000" b="0" i="0" u="none" strike="noStrike" kern="1200" cap="none" spc="0" normalizeH="0" baseline="0" noProof="0" dirty="0" smtClean="0">
                <a:ln>
                  <a:noFill/>
                </a:ln>
                <a:solidFill>
                  <a:srgbClr val="FFFF00"/>
                </a:solidFill>
                <a:effectLst/>
                <a:uLnTx/>
                <a:uFillTx/>
                <a:latin typeface="+mn-lt"/>
                <a:ea typeface="+mn-ea"/>
                <a:cs typeface="+mn-cs"/>
              </a:rPr>
              <a:t> – used primarily for skin closure</a:t>
            </a:r>
            <a:endParaRPr kumimoji="0" lang="en-US" sz="4000" b="0" i="0" u="none" strike="noStrike" kern="1200" cap="none" spc="0" normalizeH="0" baseline="0" noProof="0" dirty="0" smtClean="0">
              <a:ln>
                <a:noFill/>
              </a:ln>
              <a:solidFill>
                <a:srgbClr val="FFFF00"/>
              </a:solidFill>
              <a:effectLst/>
              <a:uLnTx/>
              <a:uFillTx/>
              <a:latin typeface="+mn-lt"/>
              <a:ea typeface="+mn-ea"/>
              <a:cs typeface="+mn-cs"/>
            </a:endParaRPr>
          </a:p>
          <a:p>
            <a:pPr marL="514350" marR="0" lvl="0" indent="-514350" algn="l" defTabSz="914400" rtl="0" eaLnBrk="1" fontAlgn="auto" latinLnBrk="0" hangingPunct="1">
              <a:lnSpc>
                <a:spcPct val="100000"/>
              </a:lnSpc>
              <a:spcBef>
                <a:spcPts val="700"/>
              </a:spcBef>
              <a:spcAft>
                <a:spcPts val="0"/>
              </a:spcAft>
              <a:buClr>
                <a:schemeClr val="tx1">
                  <a:shade val="95000"/>
                </a:schemeClr>
              </a:buClr>
              <a:buSzPct val="95000"/>
              <a:buFont typeface="Arial" panose="020B0604020202020204" pitchFamily="34" charset="0"/>
              <a:buAutoNum type="alphaLcParenR"/>
              <a:defRPr/>
            </a:pPr>
            <a:r>
              <a:rPr kumimoji="0" lang="en-US" sz="4000" b="0" i="0" u="none" strike="noStrike" kern="1200" cap="none" spc="0" normalizeH="0" baseline="0" noProof="0" dirty="0" smtClean="0">
                <a:ln>
                  <a:noFill/>
                </a:ln>
                <a:solidFill>
                  <a:schemeClr val="accent3">
                    <a:lumMod val="60000"/>
                    <a:lumOff val="40000"/>
                  </a:schemeClr>
                </a:solidFill>
                <a:effectLst/>
                <a:uLnTx/>
                <a:uFillTx/>
                <a:latin typeface="+mn-lt"/>
                <a:ea typeface="+mn-ea"/>
                <a:cs typeface="+mn-cs"/>
              </a:rPr>
              <a:t>Curved</a:t>
            </a:r>
            <a:r>
              <a:rPr kumimoji="0" lang="en-US" sz="4000" b="0" i="0" u="none" strike="noStrike" kern="1200" cap="none" spc="0" normalizeH="0" baseline="0" noProof="0" dirty="0" smtClean="0">
                <a:ln>
                  <a:noFill/>
                </a:ln>
                <a:solidFill>
                  <a:srgbClr val="FFFF00"/>
                </a:solidFill>
                <a:effectLst/>
                <a:uLnTx/>
                <a:uFillTx/>
                <a:latin typeface="+mn-lt"/>
                <a:ea typeface="+mn-ea"/>
                <a:cs typeface="+mn-cs"/>
              </a:rPr>
              <a:t> – used inside for quickly recovery of the point of needle</a:t>
            </a:r>
            <a:endParaRPr kumimoji="0" lang="en-US" sz="4000" b="0" i="0" u="none" strike="noStrike" kern="1200" cap="none" spc="0" normalizeH="0" baseline="0" noProof="0" dirty="0">
              <a:ln>
                <a:noFill/>
              </a:ln>
              <a:solidFill>
                <a:srgbClr val="FFFF00"/>
              </a:solidFill>
              <a:effectLst/>
              <a:uLnTx/>
              <a:uFillTx/>
              <a:latin typeface="+mn-lt"/>
              <a:ea typeface="+mn-ea"/>
              <a:cs typeface="+mn-cs"/>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Content Placeholder 2"/>
          <p:cNvSpPr>
            <a:spLocks noGrp="1"/>
          </p:cNvSpPr>
          <p:nvPr>
            <p:ph idx="1"/>
          </p:nvPr>
        </p:nvSpPr>
        <p:spPr>
          <a:xfrm>
            <a:off x="457200" y="381000"/>
            <a:ext cx="8229600" cy="5745163"/>
          </a:xfrm>
        </p:spPr>
        <p:txBody>
          <a:bodyPr vert="horz" wrap="square" lIns="91440" tIns="45720" rIns="91440" bIns="45720" numCol="1" anchor="t" anchorCtr="0" compatLnSpc="1">
            <a:normAutofit/>
          </a:bodyPr>
          <a:lstStyle/>
          <a:p>
            <a:pPr marL="650875" marR="0" lvl="0" indent="-514350" algn="l" defTabSz="914400" rtl="0" eaLnBrk="1" fontAlgn="auto" latinLnBrk="0" hangingPunct="1">
              <a:lnSpc>
                <a:spcPct val="100000"/>
              </a:lnSpc>
              <a:spcBef>
                <a:spcPts val="700"/>
              </a:spcBef>
              <a:spcAft>
                <a:spcPts val="0"/>
              </a:spcAft>
              <a:buClr>
                <a:schemeClr val="tx2"/>
              </a:buClr>
              <a:buSzPct val="95000"/>
              <a:buFont typeface="Wingdings 2" panose="05020102010507070707" pitchFamily="18" charset="2"/>
              <a:buNone/>
              <a:defRPr/>
            </a:pPr>
            <a:r>
              <a:rPr kumimoji="0" lang="en-US" sz="4000" b="0" i="0" u="none" strike="noStrike" kern="1200" cap="none" spc="0" normalizeH="0" baseline="0" noProof="0" dirty="0" smtClean="0">
                <a:ln>
                  <a:noFill/>
                </a:ln>
                <a:solidFill>
                  <a:srgbClr val="00B0F0"/>
                </a:solidFill>
                <a:effectLst/>
                <a:uLnTx/>
                <a:uFillTx/>
                <a:latin typeface="+mn-lt"/>
                <a:ea typeface="+mn-ea"/>
                <a:cs typeface="+mn-cs"/>
              </a:rPr>
              <a:t>3. Cutting or non cutting</a:t>
            </a:r>
            <a:endParaRPr kumimoji="0" lang="en-US" sz="4000" b="0" i="0" u="none" strike="noStrike" kern="1200" cap="none" spc="0" normalizeH="0" baseline="0" noProof="0" dirty="0" smtClean="0">
              <a:ln>
                <a:noFill/>
              </a:ln>
              <a:solidFill>
                <a:srgbClr val="00B0F0"/>
              </a:solidFill>
              <a:effectLst/>
              <a:uLnTx/>
              <a:uFillTx/>
              <a:latin typeface="+mn-lt"/>
              <a:ea typeface="+mn-ea"/>
              <a:cs typeface="+mn-cs"/>
            </a:endParaRPr>
          </a:p>
          <a:p>
            <a:pPr marL="879475" marR="0" lvl="0" indent="-742950" algn="l" defTabSz="914400" rtl="0" eaLnBrk="1" fontAlgn="auto" latinLnBrk="0" hangingPunct="1">
              <a:lnSpc>
                <a:spcPct val="100000"/>
              </a:lnSpc>
              <a:spcBef>
                <a:spcPts val="700"/>
              </a:spcBef>
              <a:spcAft>
                <a:spcPts val="0"/>
              </a:spcAft>
              <a:buClr>
                <a:schemeClr val="tx2"/>
              </a:buClr>
              <a:buSzPct val="95000"/>
              <a:buFont typeface="Arial" panose="020B0604020202020204" pitchFamily="34" charset="0"/>
              <a:buAutoNum type="alphaLcParenR"/>
              <a:defRPr/>
            </a:pPr>
            <a:r>
              <a:rPr kumimoji="0" lang="en-US" sz="4000" b="0" i="0" u="none" strike="noStrike" kern="1200" cap="none" spc="0" normalizeH="0" baseline="0" noProof="0" dirty="0" smtClean="0">
                <a:ln>
                  <a:noFill/>
                </a:ln>
                <a:solidFill>
                  <a:schemeClr val="accent1">
                    <a:lumMod val="60000"/>
                    <a:lumOff val="40000"/>
                  </a:schemeClr>
                </a:solidFill>
                <a:effectLst/>
                <a:uLnTx/>
                <a:uFillTx/>
                <a:latin typeface="+mn-lt"/>
                <a:ea typeface="+mn-ea"/>
                <a:cs typeface="+mn-cs"/>
              </a:rPr>
              <a:t>non- cutting</a:t>
            </a:r>
            <a:endParaRPr kumimoji="0" lang="en-US" sz="4000" b="0" i="0" u="none" strike="noStrike" kern="1200" cap="none" spc="0" normalizeH="0" baseline="0" noProof="0" dirty="0" smtClean="0">
              <a:ln>
                <a:noFill/>
              </a:ln>
              <a:solidFill>
                <a:schemeClr val="accent1">
                  <a:lumMod val="60000"/>
                  <a:lumOff val="40000"/>
                </a:schemeClr>
              </a:solidFill>
              <a:effectLst/>
              <a:uLnTx/>
              <a:uFillTx/>
              <a:latin typeface="+mn-lt"/>
              <a:ea typeface="+mn-ea"/>
              <a:cs typeface="+mn-cs"/>
            </a:endParaRPr>
          </a:p>
          <a:p>
            <a:pPr marL="411480" marR="0" lvl="0" indent="-342900" algn="l" defTabSz="914400" rtl="0" eaLnBrk="1" fontAlgn="auto" latinLnBrk="0" hangingPunct="1">
              <a:lnSpc>
                <a:spcPct val="100000"/>
              </a:lnSpc>
              <a:spcBef>
                <a:spcPts val="700"/>
              </a:spcBef>
              <a:spcAft>
                <a:spcPts val="0"/>
              </a:spcAft>
              <a:buClr>
                <a:schemeClr val="tx2"/>
              </a:buClr>
              <a:buSzPct val="95000"/>
              <a:buFont typeface="Wingdings" panose="05000000000000000000"/>
              <a:buChar char=""/>
              <a:defRPr/>
            </a:pPr>
            <a:r>
              <a:rPr kumimoji="0" lang="en-US" sz="4000" b="0" i="0" u="none" strike="noStrike" kern="1200" cap="none" spc="0" normalizeH="0" baseline="0" noProof="0" dirty="0" smtClean="0">
                <a:ln>
                  <a:noFill/>
                </a:ln>
                <a:solidFill>
                  <a:srgbClr val="FFFF00"/>
                </a:solidFill>
                <a:effectLst/>
                <a:uLnTx/>
                <a:uFillTx/>
                <a:latin typeface="+mn-lt"/>
                <a:ea typeface="+mn-ea"/>
                <a:cs typeface="+mn-cs"/>
              </a:rPr>
              <a:t>Rounded bodied and are used on tissue that offers a small amount of resistance to the needle as it passes through e.g. viscera, muscle</a:t>
            </a:r>
            <a:endParaRPr kumimoji="0" lang="en-US" sz="4000" b="0" i="0" u="none" strike="noStrike" kern="1200" cap="none" spc="0" normalizeH="0" baseline="0" noProof="0" dirty="0" smtClean="0">
              <a:ln>
                <a:noFill/>
              </a:ln>
              <a:solidFill>
                <a:srgbClr val="FFFF00"/>
              </a:solidFill>
              <a:effectLst/>
              <a:uLnTx/>
              <a:uFillTx/>
              <a:latin typeface="+mn-lt"/>
              <a:ea typeface="+mn-ea"/>
              <a:cs typeface="+mn-cs"/>
            </a:endParaRPr>
          </a:p>
          <a:p>
            <a:pPr marL="411480" marR="0" lvl="0" indent="-342900" algn="l" defTabSz="914400" rtl="0" eaLnBrk="1" fontAlgn="auto" latinLnBrk="0" hangingPunct="1">
              <a:lnSpc>
                <a:spcPct val="100000"/>
              </a:lnSpc>
              <a:spcBef>
                <a:spcPts val="700"/>
              </a:spcBef>
              <a:spcAft>
                <a:spcPts val="0"/>
              </a:spcAft>
              <a:buClr>
                <a:schemeClr val="tx2"/>
              </a:buClr>
              <a:buSzPct val="95000"/>
              <a:buFont typeface="Arial" panose="020B0604020202020204" pitchFamily="34" charset="0"/>
              <a:buNone/>
              <a:defRPr/>
            </a:pPr>
            <a:endParaRPr kumimoji="0" lang="en-US" sz="3000" b="0" i="0" u="none" strike="noStrike" kern="1200" cap="none" spc="0" normalizeH="0" baseline="0" noProof="0" dirty="0" smtClean="0">
              <a:ln>
                <a:noFill/>
              </a:ln>
              <a:solidFill>
                <a:srgbClr val="FFFF00"/>
              </a:solidFill>
              <a:effectLst/>
              <a:uLnTx/>
              <a:uFillTx/>
              <a:latin typeface="+mn-lt"/>
              <a:ea typeface="+mn-ea"/>
              <a:cs typeface="+mn-cs"/>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Content Placeholder 2"/>
          <p:cNvSpPr>
            <a:spLocks noGrp="1"/>
          </p:cNvSpPr>
          <p:nvPr>
            <p:ph idx="1"/>
          </p:nvPr>
        </p:nvSpPr>
        <p:spPr>
          <a:xfrm>
            <a:off x="0" y="838200"/>
            <a:ext cx="8077200" cy="5470525"/>
          </a:xfrm>
        </p:spPr>
        <p:txBody>
          <a:bodyPr vert="horz" wrap="square" lIns="91440" tIns="45720" rIns="91440" bIns="45720" numCol="1" anchor="t" anchorCtr="0" compatLnSpc="1"/>
          <a:lstStyle/>
          <a:p>
            <a:pPr marL="411480" marR="0" lvl="0" indent="-342900" algn="l" defTabSz="914400" rtl="0" eaLnBrk="1" fontAlgn="base" latinLnBrk="0" hangingPunct="1">
              <a:lnSpc>
                <a:spcPct val="100000"/>
              </a:lnSpc>
              <a:spcBef>
                <a:spcPts val="700"/>
              </a:spcBef>
              <a:spcAft>
                <a:spcPct val="0"/>
              </a:spcAft>
              <a:buClr>
                <a:schemeClr val="tx2"/>
              </a:buClr>
              <a:buSzPct val="95000"/>
              <a:buFont typeface="Wingdings 2" panose="05020102010507070707" pitchFamily="18" charset="2"/>
              <a:buNone/>
              <a:defRPr/>
            </a:pP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411480" marR="0" lvl="0" indent="-342900" algn="l" defTabSz="914400" rtl="0" eaLnBrk="1" fontAlgn="base" latinLnBrk="0" hangingPunct="1">
              <a:lnSpc>
                <a:spcPct val="100000"/>
              </a:lnSpc>
              <a:spcBef>
                <a:spcPts val="700"/>
              </a:spcBef>
              <a:spcAft>
                <a:spcPct val="0"/>
              </a:spcAft>
              <a:buClr>
                <a:schemeClr val="tx2"/>
              </a:buClr>
              <a:buSzPct val="95000"/>
              <a:buFont typeface="Wingdings 2" panose="05020102010507070707" pitchFamily="18" charset="2"/>
              <a:buNone/>
              <a:defRPr/>
            </a:pPr>
            <a:r>
              <a:rPr kumimoji="0" lang="en-US" sz="3600" b="0" i="0" u="none" strike="noStrike" kern="1200" cap="none" spc="0" normalizeH="0" baseline="0" noProof="0" dirty="0" smtClean="0">
                <a:ln>
                  <a:noFill/>
                </a:ln>
                <a:solidFill>
                  <a:schemeClr val="accent1">
                    <a:lumMod val="60000"/>
                    <a:lumOff val="40000"/>
                  </a:schemeClr>
                </a:solidFill>
                <a:effectLst/>
                <a:uLnTx/>
                <a:uFillTx/>
                <a:latin typeface="+mn-lt"/>
                <a:ea typeface="+mn-ea"/>
                <a:cs typeface="+mn-cs"/>
              </a:rPr>
              <a:t>b) Cutting</a:t>
            </a:r>
            <a:endParaRPr kumimoji="0" lang="en-US" sz="3600" b="0" i="0" u="none" strike="noStrike" kern="1200" cap="none" spc="0" normalizeH="0" baseline="0" noProof="0" dirty="0" smtClean="0">
              <a:ln>
                <a:noFill/>
              </a:ln>
              <a:solidFill>
                <a:schemeClr val="accent1">
                  <a:lumMod val="60000"/>
                  <a:lumOff val="40000"/>
                </a:schemeClr>
              </a:solidFill>
              <a:effectLst/>
              <a:uLnTx/>
              <a:uFillTx/>
              <a:latin typeface="+mn-lt"/>
              <a:ea typeface="+mn-ea"/>
              <a:cs typeface="+mn-cs"/>
            </a:endParaRPr>
          </a:p>
          <a:p>
            <a:pPr marL="411480" marR="0" lvl="0" indent="-342900" algn="l" defTabSz="914400" rtl="0" eaLnBrk="1" fontAlgn="base" latinLnBrk="0" hangingPunct="1">
              <a:lnSpc>
                <a:spcPct val="100000"/>
              </a:lnSpc>
              <a:spcBef>
                <a:spcPts val="700"/>
              </a:spcBef>
              <a:spcAft>
                <a:spcPct val="0"/>
              </a:spcAft>
              <a:buClr>
                <a:schemeClr val="tx2"/>
              </a:buClr>
              <a:buSzPct val="95000"/>
              <a:buFont typeface="Wingdings 2" panose="05020102010507070707" pitchFamily="18" charset="2"/>
              <a:buNone/>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They make a slight tear in tissue and the suture tends to cut it a little more</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411480" marR="0" lvl="0" indent="-342900" algn="l" defTabSz="914400" rtl="0" eaLnBrk="1" fontAlgn="base" latinLnBrk="0" hangingPunct="1">
              <a:lnSpc>
                <a:spcPct val="100000"/>
              </a:lnSpc>
              <a:spcBef>
                <a:spcPts val="700"/>
              </a:spcBef>
              <a:spcAft>
                <a:spcPct val="0"/>
              </a:spcAft>
              <a:buClr>
                <a:schemeClr val="tx2"/>
              </a:buClr>
              <a:buSzPct val="95000"/>
              <a:buFont typeface="Wingdings 2" panose="05020102010507070707" pitchFamily="18" charset="2"/>
              <a:buNone/>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Used for tough tissues that a round needle cannot well go through such as tendon , peritoneum, fascia, subcutaneous and skin</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411480" marR="0" lvl="0" indent="-342900" algn="l" defTabSz="914400" rtl="0" eaLnBrk="1" fontAlgn="base" latinLnBrk="0" hangingPunct="1">
              <a:lnSpc>
                <a:spcPct val="100000"/>
              </a:lnSpc>
              <a:spcBef>
                <a:spcPts val="700"/>
              </a:spcBef>
              <a:spcAft>
                <a:spcPct val="0"/>
              </a:spcAft>
              <a:buClr>
                <a:schemeClr val="tx2"/>
              </a:buClr>
              <a:buSzPct val="95000"/>
              <a:buFont typeface="Wingdings" panose="05000000000000000000" pitchFamily="2" charset="2"/>
              <a:buChar char=""/>
              <a:defRPr/>
            </a:pPr>
            <a:endParaRPr kumimoji="0" lang="en-US" sz="3000" b="0" i="0" u="none" strike="noStrike" kern="1200" cap="none" spc="0" normalizeH="0" baseline="0" noProof="0" dirty="0" smtClean="0">
              <a:ln>
                <a:noFill/>
              </a:ln>
              <a:solidFill>
                <a:srgbClr val="FFFF00"/>
              </a:solidFill>
              <a:effectLst/>
              <a:uLnTx/>
              <a:uFillTx/>
              <a:latin typeface="+mn-lt"/>
              <a:ea typeface="+mn-ea"/>
              <a:cs typeface="+mn-cs"/>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Title 1"/>
          <p:cNvSpPr>
            <a:spLocks noGrp="1"/>
          </p:cNvSpPr>
          <p:nvPr>
            <p:ph type="title"/>
          </p:nvPr>
        </p:nvSpPr>
        <p:spPr/>
        <p:txBody>
          <a:bodyPr vert="horz" anchor="t">
            <a:no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4000" b="0" i="0" u="none" strike="noStrike" kern="1200" cap="none" spc="-100" normalizeH="0" baseline="0" noProof="0" dirty="0" smtClean="0">
                <a:ln>
                  <a:noFill/>
                </a:ln>
                <a:solidFill>
                  <a:schemeClr val="accent2">
                    <a:lumMod val="60000"/>
                    <a:lumOff val="40000"/>
                  </a:schemeClr>
                </a:solidFill>
                <a:effectLst/>
                <a:uLnTx/>
                <a:uFillTx/>
                <a:latin typeface="+mj-lt"/>
                <a:ea typeface="+mj-ea"/>
                <a:cs typeface="+mj-cs"/>
              </a:rPr>
              <a:t>General set of instruments</a:t>
            </a:r>
            <a:endParaRPr kumimoji="0" lang="en-US" sz="4000" b="0" i="0" u="none" strike="noStrike" kern="1200" cap="none" spc="-100" normalizeH="0" baseline="0" noProof="0" dirty="0" smtClean="0">
              <a:ln>
                <a:noFill/>
              </a:ln>
              <a:solidFill>
                <a:schemeClr val="accent2">
                  <a:lumMod val="60000"/>
                  <a:lumOff val="40000"/>
                </a:schemeClr>
              </a:solidFill>
              <a:effectLst/>
              <a:uLnTx/>
              <a:uFillTx/>
              <a:latin typeface="+mj-lt"/>
              <a:ea typeface="+mj-ea"/>
              <a:cs typeface="+mj-cs"/>
            </a:endParaRPr>
          </a:p>
        </p:txBody>
      </p:sp>
      <p:sp>
        <p:nvSpPr>
          <p:cNvPr id="80899" name="Content Placeholder 2"/>
          <p:cNvSpPr>
            <a:spLocks noGrp="1"/>
          </p:cNvSpPr>
          <p:nvPr>
            <p:ph idx="1"/>
          </p:nvPr>
        </p:nvSpPr>
        <p:spPr>
          <a:ln/>
        </p:spPr>
        <p:txBody>
          <a:bodyPr vert="horz" wrap="square" lIns="91440" tIns="45720" rIns="91440" bIns="45720" anchor="t" anchorCtr="0"/>
          <a:p>
            <a:pPr eaLnBrk="1" hangingPunct="1"/>
            <a:r>
              <a:rPr sz="3600" dirty="0">
                <a:solidFill>
                  <a:srgbClr val="FFFF00"/>
                </a:solidFill>
              </a:rPr>
              <a:t>5 Rampley sponge holding forceps</a:t>
            </a:r>
            <a:endParaRPr sz="3600" dirty="0">
              <a:solidFill>
                <a:srgbClr val="FFFF00"/>
              </a:solidFill>
            </a:endParaRPr>
          </a:p>
          <a:p>
            <a:pPr eaLnBrk="1" hangingPunct="1"/>
            <a:r>
              <a:rPr sz="3600" dirty="0">
                <a:solidFill>
                  <a:srgbClr val="FFFF00"/>
                </a:solidFill>
              </a:rPr>
              <a:t>2 Bard parker handle No. 4</a:t>
            </a:r>
            <a:endParaRPr sz="3600" dirty="0">
              <a:solidFill>
                <a:srgbClr val="FFFF00"/>
              </a:solidFill>
            </a:endParaRPr>
          </a:p>
          <a:p>
            <a:pPr eaLnBrk="1" hangingPunct="1"/>
            <a:r>
              <a:rPr sz="3600" dirty="0">
                <a:solidFill>
                  <a:srgbClr val="FFFF00"/>
                </a:solidFill>
              </a:rPr>
              <a:t>1 Bard parker handle No. 3</a:t>
            </a:r>
            <a:endParaRPr sz="3600" dirty="0">
              <a:solidFill>
                <a:srgbClr val="FFFF00"/>
              </a:solidFill>
            </a:endParaRPr>
          </a:p>
          <a:p>
            <a:pPr eaLnBrk="1" hangingPunct="1"/>
            <a:r>
              <a:rPr sz="3600" dirty="0">
                <a:solidFill>
                  <a:srgbClr val="FFFF00"/>
                </a:solidFill>
              </a:rPr>
              <a:t>1 Mayo scissor curved</a:t>
            </a:r>
            <a:endParaRPr sz="3600" dirty="0">
              <a:solidFill>
                <a:srgbClr val="FFFF00"/>
              </a:solidFill>
            </a:endParaRPr>
          </a:p>
          <a:p>
            <a:pPr eaLnBrk="1" hangingPunct="1"/>
            <a:r>
              <a:rPr sz="3600" dirty="0">
                <a:solidFill>
                  <a:srgbClr val="FFFF00"/>
                </a:solidFill>
              </a:rPr>
              <a:t>1 mayo scissor straight</a:t>
            </a:r>
            <a:endParaRPr sz="3600" dirty="0">
              <a:solidFill>
                <a:srgbClr val="FFFF00"/>
              </a:solidFill>
            </a:endParaRPr>
          </a:p>
          <a:p>
            <a:pPr eaLnBrk="1" hangingPunct="1"/>
            <a:r>
              <a:rPr sz="3600" dirty="0">
                <a:solidFill>
                  <a:srgbClr val="FFFF00"/>
                </a:solidFill>
              </a:rPr>
              <a:t>1 Cartless ligature scissors</a:t>
            </a:r>
            <a:endParaRPr sz="3600" dirty="0">
              <a:solidFill>
                <a:srgbClr val="FFFF00"/>
              </a:solidFill>
            </a:endParaRPr>
          </a:p>
          <a:p>
            <a:pPr eaLnBrk="1" hangingPunct="1"/>
            <a:r>
              <a:rPr sz="3600" dirty="0">
                <a:solidFill>
                  <a:srgbClr val="FFFF00"/>
                </a:solidFill>
              </a:rPr>
              <a:t>1 Dissecting forceps toothed</a:t>
            </a:r>
            <a:endParaRPr sz="3600" dirty="0">
              <a:solidFill>
                <a:srgbClr val="FFFF00"/>
              </a:solidFill>
            </a:endParaRPr>
          </a:p>
          <a:p>
            <a:pPr eaLnBrk="1" hangingPunct="1"/>
            <a:r>
              <a:rPr sz="3600" dirty="0">
                <a:solidFill>
                  <a:srgbClr val="FFFF00"/>
                </a:solidFill>
              </a:rPr>
              <a:t>1 Dissecting forceps non- toothed</a:t>
            </a:r>
            <a:endParaRPr sz="3600" dirty="0">
              <a:solidFill>
                <a:srgbClr val="FFFF00"/>
              </a:solidFill>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Content Placeholder 2"/>
          <p:cNvSpPr>
            <a:spLocks noGrp="1"/>
          </p:cNvSpPr>
          <p:nvPr>
            <p:ph idx="1"/>
          </p:nvPr>
        </p:nvSpPr>
        <p:spPr>
          <a:xfrm>
            <a:off x="457200" y="381000"/>
            <a:ext cx="8229600" cy="5745163"/>
          </a:xfrm>
          <a:ln/>
        </p:spPr>
        <p:txBody>
          <a:bodyPr vert="horz" wrap="square" lIns="91440" tIns="45720" rIns="91440" bIns="45720" anchor="t" anchorCtr="0"/>
          <a:p>
            <a:pPr eaLnBrk="1" hangingPunct="1"/>
            <a:r>
              <a:rPr sz="4000" dirty="0">
                <a:solidFill>
                  <a:srgbClr val="FFFF00"/>
                </a:solidFill>
              </a:rPr>
              <a:t>1 Dunhill artery forceps</a:t>
            </a:r>
            <a:endParaRPr sz="4000" dirty="0">
              <a:solidFill>
                <a:srgbClr val="FFFF00"/>
              </a:solidFill>
            </a:endParaRPr>
          </a:p>
          <a:p>
            <a:pPr eaLnBrk="1" hangingPunct="1"/>
            <a:r>
              <a:rPr sz="4000" dirty="0">
                <a:solidFill>
                  <a:srgbClr val="FFFF00"/>
                </a:solidFill>
              </a:rPr>
              <a:t>10 Chances artery forceps curved or flat</a:t>
            </a:r>
            <a:endParaRPr sz="4000" dirty="0">
              <a:solidFill>
                <a:srgbClr val="FFFF00"/>
              </a:solidFill>
            </a:endParaRPr>
          </a:p>
          <a:p>
            <a:pPr eaLnBrk="1" hangingPunct="1"/>
            <a:r>
              <a:rPr sz="4000" dirty="0">
                <a:solidFill>
                  <a:srgbClr val="FFFF00"/>
                </a:solidFill>
              </a:rPr>
              <a:t>10 Spencer well curved or straight</a:t>
            </a:r>
            <a:endParaRPr sz="4000" dirty="0">
              <a:solidFill>
                <a:srgbClr val="FFFF00"/>
              </a:solidFill>
            </a:endParaRPr>
          </a:p>
          <a:p>
            <a:pPr eaLnBrk="1" hangingPunct="1"/>
            <a:r>
              <a:rPr sz="4000" dirty="0">
                <a:solidFill>
                  <a:srgbClr val="FFFF00"/>
                </a:solidFill>
              </a:rPr>
              <a:t>4 Little wood tissue forceps</a:t>
            </a:r>
            <a:endParaRPr sz="4000" dirty="0">
              <a:solidFill>
                <a:srgbClr val="FFFF00"/>
              </a:solidFill>
            </a:endParaRPr>
          </a:p>
          <a:p>
            <a:pPr eaLnBrk="1" hangingPunct="1"/>
            <a:r>
              <a:rPr sz="4000" dirty="0">
                <a:solidFill>
                  <a:srgbClr val="FFFF00"/>
                </a:solidFill>
              </a:rPr>
              <a:t>2 Lane tissue forceps</a:t>
            </a:r>
            <a:endParaRPr sz="4000" dirty="0">
              <a:solidFill>
                <a:srgbClr val="FFFF00"/>
              </a:solidFill>
            </a:endParaRPr>
          </a:p>
          <a:p>
            <a:pPr eaLnBrk="1" hangingPunct="1"/>
            <a:endParaRPr dirty="0">
              <a:solidFill>
                <a:srgbClr val="FFFF00"/>
              </a:solidFill>
            </a:endParaRPr>
          </a:p>
          <a:p>
            <a:pPr eaLnBrk="1" hangingPunct="1"/>
            <a:endParaRPr dirty="0">
              <a:solidFill>
                <a:srgbClr val="FFFF00"/>
              </a:solidFill>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Content Placeholder 2"/>
          <p:cNvSpPr>
            <a:spLocks noGrp="1"/>
          </p:cNvSpPr>
          <p:nvPr>
            <p:ph idx="1"/>
          </p:nvPr>
        </p:nvSpPr>
        <p:spPr>
          <a:xfrm>
            <a:off x="0" y="1600200"/>
            <a:ext cx="7696200" cy="4708525"/>
          </a:xfrm>
          <a:ln/>
        </p:spPr>
        <p:txBody>
          <a:bodyPr vert="horz" wrap="square" lIns="91440" tIns="45720" rIns="91440" bIns="45720" anchor="t" anchorCtr="0"/>
          <a:p>
            <a:pPr eaLnBrk="1" hangingPunct="1"/>
            <a:r>
              <a:rPr sz="4000" dirty="0">
                <a:solidFill>
                  <a:srgbClr val="FFFF00"/>
                </a:solidFill>
              </a:rPr>
              <a:t>4 Allis tissue forceps</a:t>
            </a:r>
            <a:endParaRPr sz="4000" dirty="0">
              <a:solidFill>
                <a:srgbClr val="FFFF00"/>
              </a:solidFill>
            </a:endParaRPr>
          </a:p>
          <a:p>
            <a:pPr eaLnBrk="1" hangingPunct="1"/>
            <a:r>
              <a:rPr sz="4000" dirty="0">
                <a:solidFill>
                  <a:srgbClr val="FFFF00"/>
                </a:solidFill>
              </a:rPr>
              <a:t>2 Langerbeek retractors</a:t>
            </a:r>
            <a:endParaRPr sz="4000" dirty="0">
              <a:solidFill>
                <a:srgbClr val="FFFF00"/>
              </a:solidFill>
            </a:endParaRPr>
          </a:p>
          <a:p>
            <a:pPr eaLnBrk="1" hangingPunct="1"/>
            <a:r>
              <a:rPr sz="4000" dirty="0">
                <a:solidFill>
                  <a:srgbClr val="FFFF00"/>
                </a:solidFill>
              </a:rPr>
              <a:t>2 Canny Ryalls retractors</a:t>
            </a:r>
            <a:endParaRPr sz="4000" dirty="0">
              <a:solidFill>
                <a:srgbClr val="FFFF00"/>
              </a:solidFill>
            </a:endParaRPr>
          </a:p>
          <a:p>
            <a:pPr eaLnBrk="1" hangingPunct="1"/>
            <a:r>
              <a:rPr sz="4000" dirty="0">
                <a:solidFill>
                  <a:srgbClr val="FFFF00"/>
                </a:solidFill>
              </a:rPr>
              <a:t>1 Lister Sinus forceps</a:t>
            </a:r>
            <a:endParaRPr sz="4000" dirty="0">
              <a:solidFill>
                <a:srgbClr val="FFFF00"/>
              </a:solidFill>
            </a:endParaRPr>
          </a:p>
          <a:p>
            <a:pPr eaLnBrk="1" hangingPunct="1"/>
            <a:r>
              <a:rPr sz="4000" dirty="0">
                <a:solidFill>
                  <a:srgbClr val="FFFF00"/>
                </a:solidFill>
              </a:rPr>
              <a:t>1 Watson cheyne probe and dissector</a:t>
            </a:r>
            <a:endParaRPr sz="4000" dirty="0">
              <a:solidFill>
                <a:srgbClr val="FFFF00"/>
              </a:solidFill>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Content Placeholder 2"/>
          <p:cNvSpPr>
            <a:spLocks noGrp="1"/>
          </p:cNvSpPr>
          <p:nvPr>
            <p:ph idx="1"/>
          </p:nvPr>
        </p:nvSpPr>
        <p:spPr>
          <a:xfrm>
            <a:off x="457200" y="685800"/>
            <a:ext cx="8229600" cy="5592763"/>
          </a:xfrm>
          <a:ln/>
        </p:spPr>
        <p:txBody>
          <a:bodyPr vert="horz" wrap="square" lIns="91440" tIns="45720" rIns="91440" bIns="45720" anchor="t" anchorCtr="0"/>
          <a:p>
            <a:pPr eaLnBrk="1" hangingPunct="1"/>
            <a:r>
              <a:rPr sz="4000" dirty="0">
                <a:solidFill>
                  <a:srgbClr val="FFFF00"/>
                </a:solidFill>
              </a:rPr>
              <a:t>1 Stanley Boyd's bone curette</a:t>
            </a:r>
            <a:endParaRPr sz="4000" dirty="0">
              <a:solidFill>
                <a:srgbClr val="FFFF00"/>
              </a:solidFill>
            </a:endParaRPr>
          </a:p>
          <a:p>
            <a:pPr eaLnBrk="1" hangingPunct="1"/>
            <a:r>
              <a:rPr sz="4000" dirty="0">
                <a:solidFill>
                  <a:srgbClr val="FFFF00"/>
                </a:solidFill>
              </a:rPr>
              <a:t>1 Silver probe</a:t>
            </a:r>
            <a:endParaRPr sz="4000" dirty="0">
              <a:solidFill>
                <a:srgbClr val="FFFF00"/>
              </a:solidFill>
            </a:endParaRPr>
          </a:p>
          <a:p>
            <a:pPr eaLnBrk="1" hangingPunct="1"/>
            <a:r>
              <a:rPr sz="4000" dirty="0">
                <a:solidFill>
                  <a:srgbClr val="FFFF00"/>
                </a:solidFill>
              </a:rPr>
              <a:t>2 Sinus needle holder</a:t>
            </a:r>
            <a:endParaRPr sz="4000" dirty="0">
              <a:solidFill>
                <a:srgbClr val="FFFF00"/>
              </a:solidFill>
            </a:endParaRPr>
          </a:p>
          <a:p>
            <a:pPr eaLnBrk="1" hangingPunct="1"/>
            <a:r>
              <a:rPr sz="4000" dirty="0">
                <a:solidFill>
                  <a:srgbClr val="FFFF00"/>
                </a:solidFill>
              </a:rPr>
              <a:t>10 Shardless cross action towel clip</a:t>
            </a:r>
            <a:endParaRPr sz="4000" dirty="0">
              <a:solidFill>
                <a:srgbClr val="FFFF00"/>
              </a:solidFill>
            </a:endParaRPr>
          </a:p>
          <a:p>
            <a:pPr eaLnBrk="1" hangingPunct="1"/>
            <a:endParaRPr sz="4000" dirty="0">
              <a:solidFill>
                <a:srgbClr val="FFFF00"/>
              </a:solidFill>
            </a:endParaRPr>
          </a:p>
          <a:p>
            <a:pPr eaLnBrk="1" hangingPunct="1"/>
            <a:endParaRPr sz="4000" dirty="0">
              <a:solidFill>
                <a:srgbClr val="FFFF00"/>
              </a:solidFill>
            </a:endParaRPr>
          </a:p>
          <a:p>
            <a:pPr eaLnBrk="1" hangingPunct="1"/>
            <a:endParaRPr sz="4000" dirty="0">
              <a:solidFill>
                <a:srgbClr val="FFFF00"/>
              </a:solidFill>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Content Placeholder 2"/>
          <p:cNvSpPr>
            <a:spLocks noGrp="1"/>
          </p:cNvSpPr>
          <p:nvPr>
            <p:ph idx="1"/>
          </p:nvPr>
        </p:nvSpPr>
        <p:spPr>
          <a:xfrm>
            <a:off x="0" y="990600"/>
            <a:ext cx="8305800" cy="5318125"/>
          </a:xfrm>
          <a:ln/>
        </p:spPr>
        <p:txBody>
          <a:bodyPr vert="horz" wrap="square" lIns="91440" tIns="45720" rIns="91440" bIns="45720" anchor="t" anchorCtr="0"/>
          <a:p>
            <a:pPr eaLnBrk="1" hangingPunct="1"/>
            <a:r>
              <a:rPr sz="3600" dirty="0">
                <a:solidFill>
                  <a:srgbClr val="FFFF00"/>
                </a:solidFill>
              </a:rPr>
              <a:t>1 mayo pins</a:t>
            </a:r>
            <a:endParaRPr sz="3600" dirty="0">
              <a:solidFill>
                <a:srgbClr val="FFFF00"/>
              </a:solidFill>
            </a:endParaRPr>
          </a:p>
          <a:p>
            <a:pPr eaLnBrk="1" hangingPunct="1"/>
            <a:r>
              <a:rPr sz="3600" dirty="0">
                <a:solidFill>
                  <a:srgbClr val="FFFF00"/>
                </a:solidFill>
              </a:rPr>
              <a:t>1 yankaur sucker tube</a:t>
            </a:r>
            <a:endParaRPr sz="3600" dirty="0">
              <a:solidFill>
                <a:srgbClr val="FFFF00"/>
              </a:solidFill>
            </a:endParaRPr>
          </a:p>
          <a:p>
            <a:pPr eaLnBrk="1" hangingPunct="1"/>
            <a:r>
              <a:rPr sz="3600" dirty="0">
                <a:solidFill>
                  <a:srgbClr val="FFFF00"/>
                </a:solidFill>
              </a:rPr>
              <a:t>1 yankaur universal sucker handle</a:t>
            </a:r>
            <a:endParaRPr sz="3600" dirty="0">
              <a:solidFill>
                <a:srgbClr val="FFFF00"/>
              </a:solidFill>
            </a:endParaRPr>
          </a:p>
          <a:p>
            <a:pPr eaLnBrk="1" hangingPunct="1"/>
            <a:r>
              <a:rPr sz="3600" dirty="0">
                <a:solidFill>
                  <a:srgbClr val="FFFF00"/>
                </a:solidFill>
              </a:rPr>
              <a:t>1 yankaur sucker tube (fine &amp; medium)</a:t>
            </a:r>
            <a:endParaRPr sz="3600" dirty="0">
              <a:solidFill>
                <a:srgbClr val="FFFF00"/>
              </a:solidFill>
            </a:endParaRPr>
          </a:p>
          <a:p>
            <a:pPr eaLnBrk="1" hangingPunct="1"/>
            <a:r>
              <a:rPr sz="3600" dirty="0">
                <a:solidFill>
                  <a:srgbClr val="FFFF00"/>
                </a:solidFill>
              </a:rPr>
              <a:t>1Pressure tube anti-static 2 meters' long diathermy heed</a:t>
            </a:r>
            <a:endParaRPr sz="3600" dirty="0">
              <a:solidFill>
                <a:srgbClr val="FFFF00"/>
              </a:solidFill>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Content Placeholder 2"/>
          <p:cNvSpPr>
            <a:spLocks noGrp="1"/>
          </p:cNvSpPr>
          <p:nvPr>
            <p:ph idx="1"/>
          </p:nvPr>
        </p:nvSpPr>
        <p:spPr>
          <a:xfrm>
            <a:off x="457200" y="381000"/>
            <a:ext cx="8686800" cy="5745163"/>
          </a:xfrm>
          <a:ln/>
        </p:spPr>
        <p:txBody>
          <a:bodyPr vert="horz" wrap="square" lIns="91440" tIns="45720" rIns="91440" bIns="45720" anchor="t" anchorCtr="0"/>
          <a:p>
            <a:pPr eaLnBrk="1" hangingPunct="1"/>
            <a:r>
              <a:rPr sz="3600" dirty="0">
                <a:solidFill>
                  <a:srgbClr val="FFFF00"/>
                </a:solidFill>
              </a:rPr>
              <a:t>1 diathermy handle with ball or riches forceps</a:t>
            </a:r>
            <a:endParaRPr sz="3600" dirty="0">
              <a:solidFill>
                <a:srgbClr val="FFFF00"/>
              </a:solidFill>
            </a:endParaRPr>
          </a:p>
          <a:p>
            <a:pPr eaLnBrk="1" hangingPunct="1"/>
            <a:r>
              <a:rPr sz="3600" dirty="0">
                <a:solidFill>
                  <a:srgbClr val="FFFF00"/>
                </a:solidFill>
              </a:rPr>
              <a:t>1 Edinburch tray</a:t>
            </a:r>
            <a:endParaRPr sz="3600" dirty="0">
              <a:solidFill>
                <a:srgbClr val="FFFF00"/>
              </a:solidFill>
            </a:endParaRPr>
          </a:p>
          <a:p>
            <a:pPr eaLnBrk="1" hangingPunct="1"/>
            <a:r>
              <a:rPr sz="3600" dirty="0">
                <a:solidFill>
                  <a:srgbClr val="FFFF00"/>
                </a:solidFill>
              </a:rPr>
              <a:t>1 spring cord</a:t>
            </a:r>
            <a:endParaRPr sz="3600" dirty="0">
              <a:solidFill>
                <a:srgbClr val="FFFF00"/>
              </a:solidFill>
            </a:endParaRPr>
          </a:p>
          <a:p>
            <a:pPr eaLnBrk="1" hangingPunct="1"/>
            <a:r>
              <a:rPr sz="3600" dirty="0">
                <a:solidFill>
                  <a:srgbClr val="FFFF00"/>
                </a:solidFill>
              </a:rPr>
              <a:t>1Green wrapper large</a:t>
            </a:r>
            <a:endParaRPr sz="3600" dirty="0">
              <a:solidFill>
                <a:srgbClr val="FFFF00"/>
              </a:solidFill>
            </a:endParaRPr>
          </a:p>
          <a:p>
            <a:pPr eaLnBrk="1" hangingPunct="1"/>
            <a:r>
              <a:rPr sz="3600" dirty="0">
                <a:solidFill>
                  <a:srgbClr val="FFFF00"/>
                </a:solidFill>
              </a:rPr>
              <a:t>1 White wrapper</a:t>
            </a:r>
            <a:endParaRPr sz="3600" dirty="0">
              <a:solidFill>
                <a:srgbClr val="FFFF00"/>
              </a:solidFill>
            </a:endParaRPr>
          </a:p>
          <a:p>
            <a:pPr eaLnBrk="1" hangingPunct="1"/>
            <a:r>
              <a:rPr sz="3600" dirty="0">
                <a:solidFill>
                  <a:srgbClr val="FFFF00"/>
                </a:solidFill>
              </a:rPr>
              <a:t>1 basic pack containing 2 bundles raytec gauze</a:t>
            </a:r>
            <a:endParaRPr sz="3600" dirty="0">
              <a:solidFill>
                <a:srgbClr val="FFFF00"/>
              </a:solidFill>
            </a:endParaRPr>
          </a:p>
          <a:p>
            <a:pPr eaLnBrk="1" hangingPunct="1">
              <a:buFont typeface="Arial" panose="020B0604020202020204" pitchFamily="34" charset="0"/>
              <a:buNone/>
            </a:pPr>
            <a:r>
              <a:rPr sz="3600" dirty="0">
                <a:solidFill>
                  <a:srgbClr val="FFFF00"/>
                </a:solidFill>
              </a:rPr>
              <a:t>( 20 ), 10 green towels, 1 abdominal sheet, 1 chest sheet and 1 mayo cover.</a:t>
            </a:r>
            <a:endParaRPr sz="3600" dirty="0">
              <a:solidFill>
                <a:srgbClr val="FFFF00"/>
              </a:solidFill>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50" name="Rectangle 2"/>
          <p:cNvSpPr>
            <a:spLocks noGrp="1" noChangeArrowheads="1"/>
          </p:cNvSpPr>
          <p:nvPr>
            <p:ph type="ctrTitle"/>
          </p:nvPr>
        </p:nvSpPr>
        <p:spPr>
          <a:xfrm>
            <a:off x="914400" y="457200"/>
            <a:ext cx="7772400" cy="5861304"/>
          </a:xfrm>
          <a:noFill/>
          <a:ln>
            <a:noFill/>
          </a:ln>
          <a:effectLst/>
          <a:scene3d>
            <a:camera prst="orthographicFront"/>
            <a:lightRig rig="balanced" dir="t"/>
          </a:scene3d>
          <a:sp3d prstMaterial="plastic"/>
        </p:spPr>
        <p:txBody>
          <a:bodyPr vert="horz" anchor="t">
            <a:noAutofit/>
          </a:bodyPr>
          <a:lstStyle/>
          <a:p>
            <a:pPr marL="0" marR="8890" lvl="0" indent="0" algn="l" defTabSz="914400" rtl="0" eaLnBrk="1" fontAlgn="base" latinLnBrk="0" hangingPunct="1">
              <a:lnSpc>
                <a:spcPct val="100000"/>
              </a:lnSpc>
              <a:spcBef>
                <a:spcPct val="0"/>
              </a:spcBef>
              <a:spcAft>
                <a:spcPct val="0"/>
              </a:spcAft>
              <a:buClrTx/>
              <a:buSzTx/>
              <a:buFontTx/>
              <a:buNone/>
              <a:defRPr/>
            </a:pPr>
            <a:r>
              <a:rPr kumimoji="0" lang="en-US" sz="4000" b="1" i="0" u="none" strike="noStrike" kern="1200" cap="all" spc="0" normalizeH="0" baseline="0" noProof="0" dirty="0" smtClean="0">
                <a:ln>
                  <a:noFill/>
                </a:ln>
                <a:solidFill>
                  <a:schemeClr val="accent2">
                    <a:lumMod val="60000"/>
                    <a:lumOff val="40000"/>
                  </a:schemeClr>
                </a:solidFill>
                <a:effectLst>
                  <a:reflection blurRad="12700" stA="34000" endA="740" endPos="53000" dir="5400000" sy="-100000" algn="bl" rotWithShape="0"/>
                </a:effectLst>
                <a:uLnTx/>
                <a:uFillTx/>
                <a:latin typeface="+mj-lt"/>
                <a:ea typeface="+mj-ea"/>
                <a:cs typeface="+mj-cs"/>
              </a:rPr>
              <a:t>Surgical Instruments</a:t>
            </a:r>
            <a:endParaRPr kumimoji="0" lang="en-US" sz="4000" b="1" i="0" u="none" strike="noStrike" kern="1200" cap="all" spc="0" normalizeH="0" baseline="0" noProof="0" dirty="0" smtClean="0">
              <a:ln>
                <a:noFill/>
              </a:ln>
              <a:solidFill>
                <a:schemeClr val="accent2">
                  <a:lumMod val="60000"/>
                  <a:lumOff val="40000"/>
                </a:schemeClr>
              </a:solidFill>
              <a:effectLst>
                <a:reflection blurRad="12700" stA="34000" endA="740" endPos="53000" dir="5400000" sy="-100000" algn="bl" rotWithShape="0"/>
              </a:effectLst>
              <a:uLnTx/>
              <a:uFillTx/>
              <a:latin typeface="+mj-lt"/>
              <a:ea typeface="+mj-ea"/>
              <a:cs typeface="+mj-cs"/>
            </a:endParaRPr>
          </a:p>
        </p:txBody>
      </p:sp>
      <p:sp>
        <p:nvSpPr>
          <p:cNvPr id="2051" name="Rectangle 3"/>
          <p:cNvSpPr>
            <a:spLocks noGrp="1"/>
          </p:cNvSpPr>
          <p:nvPr>
            <p:ph type="subTitle" idx="1"/>
          </p:nvPr>
        </p:nvSpPr>
        <p:spPr>
          <a:xfrm>
            <a:off x="914400" y="1295400"/>
            <a:ext cx="7772400" cy="3048000"/>
          </a:xfrm>
          <a:ln/>
        </p:spPr>
        <p:txBody>
          <a:bodyPr vert="horz" wrap="square" lIns="100584" tIns="45720" rIns="91440" bIns="45720" anchor="b" anchorCtr="0"/>
          <a:p>
            <a:pPr eaLnBrk="1" hangingPunct="1">
              <a:spcBef>
                <a:spcPct val="0"/>
              </a:spcBef>
              <a:buSzPct val="95000"/>
            </a:pPr>
            <a:r>
              <a:rPr sz="3600" kern="1200" dirty="0">
                <a:solidFill>
                  <a:srgbClr val="FFFF00"/>
                </a:solidFill>
                <a:latin typeface="+mn-lt"/>
                <a:ea typeface="+mn-ea"/>
                <a:cs typeface="+mn-cs"/>
              </a:rPr>
              <a:t>Grasping and Clamping</a:t>
            </a:r>
            <a:endParaRPr sz="3600" kern="1200" dirty="0">
              <a:solidFill>
                <a:srgbClr val="FFFF00"/>
              </a:solidFill>
              <a:latin typeface="+mn-lt"/>
              <a:ea typeface="+mn-ea"/>
              <a:cs typeface="+mn-cs"/>
            </a:endParaRPr>
          </a:p>
          <a:p>
            <a:pPr eaLnBrk="1" hangingPunct="1">
              <a:spcBef>
                <a:spcPct val="0"/>
              </a:spcBef>
              <a:buSzPct val="95000"/>
            </a:pPr>
            <a:r>
              <a:rPr sz="3600" kern="1200" dirty="0">
                <a:solidFill>
                  <a:srgbClr val="FFFF00"/>
                </a:solidFill>
                <a:latin typeface="+mn-lt"/>
                <a:ea typeface="+mn-ea"/>
                <a:cs typeface="+mn-cs"/>
              </a:rPr>
              <a:t>Retracting</a:t>
            </a:r>
            <a:endParaRPr sz="3600" kern="1200" dirty="0">
              <a:solidFill>
                <a:srgbClr val="FFFF00"/>
              </a:solidFill>
              <a:latin typeface="+mn-lt"/>
              <a:ea typeface="+mn-ea"/>
              <a:cs typeface="+mn-cs"/>
            </a:endParaRPr>
          </a:p>
          <a:p>
            <a:pPr eaLnBrk="1" hangingPunct="1">
              <a:spcBef>
                <a:spcPct val="0"/>
              </a:spcBef>
              <a:buSzPct val="95000"/>
            </a:pPr>
            <a:r>
              <a:rPr sz="3600" kern="1200" dirty="0">
                <a:solidFill>
                  <a:srgbClr val="FFFF00"/>
                </a:solidFill>
                <a:latin typeface="+mn-lt"/>
                <a:ea typeface="+mn-ea"/>
                <a:cs typeface="+mn-cs"/>
              </a:rPr>
              <a:t>Cutting and Dissecting</a:t>
            </a:r>
            <a:endParaRPr sz="3600" kern="1200" dirty="0">
              <a:solidFill>
                <a:srgbClr val="FFFF00"/>
              </a:solidFill>
              <a:latin typeface="+mn-lt"/>
              <a:ea typeface="+mn-ea"/>
              <a:cs typeface="+mn-cs"/>
            </a:endParaRPr>
          </a:p>
          <a:p>
            <a:pPr eaLnBrk="1" hangingPunct="1">
              <a:spcBef>
                <a:spcPct val="0"/>
              </a:spcBef>
              <a:buSzPct val="95000"/>
            </a:pPr>
            <a:r>
              <a:rPr sz="3600" kern="1200" dirty="0">
                <a:solidFill>
                  <a:srgbClr val="FFFF00"/>
                </a:solidFill>
                <a:latin typeface="+mn-lt"/>
                <a:ea typeface="+mn-ea"/>
                <a:cs typeface="+mn-cs"/>
              </a:rPr>
              <a:t>Probing and Dilating</a:t>
            </a:r>
            <a:endParaRPr sz="3600" kern="1200" dirty="0">
              <a:solidFill>
                <a:srgbClr val="FFFF00"/>
              </a:solidFill>
              <a:latin typeface="+mn-lt"/>
              <a:ea typeface="+mn-ea"/>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ntr" presetSubtype="0" fill="hold" nodeType="withEffect">
                                  <p:stCondLst>
                                    <p:cond delay="0"/>
                                  </p:stCondLst>
                                  <p:iterate type="lt">
                                    <p:tmPct val="10000"/>
                                  </p:iterate>
                                  <p:childTnLst>
                                    <p:set>
                                      <p:cBhvr>
                                        <p:cTn id="6" dur="1" fill="hold">
                                          <p:stCondLst>
                                            <p:cond delay="0"/>
                                          </p:stCondLst>
                                        </p:cTn>
                                        <p:tgtEl>
                                          <p:spTgt spid="2050"/>
                                        </p:tgtEl>
                                        <p:attrNameLst>
                                          <p:attrName>style.visibility</p:attrName>
                                        </p:attrNameLst>
                                      </p:cBhvr>
                                      <p:to>
                                        <p:strVal val="visible"/>
                                      </p:to>
                                    </p:set>
                                    <p:animEffect transition="in" filter="fade">
                                      <p:cBhvr>
                                        <p:cTn id="7" dur="800">
                                          <p:stCondLst>
                                            <p:cond delay="0"/>
                                          </p:stCondLst>
                                        </p:cTn>
                                        <p:tgtEl>
                                          <p:spTgt spid="2050"/>
                                        </p:tgtEl>
                                      </p:cBhvr>
                                    </p:animEffect>
                                    <p:anim calcmode="lin" valueType="num">
                                      <p:cBhvr>
                                        <p:cTn id="8" dur="800" fill="hold">
                                          <p:stCondLst>
                                            <p:cond delay="0"/>
                                          </p:stCondLst>
                                        </p:cTn>
                                        <p:tgtEl>
                                          <p:spTgt spid="2050"/>
                                        </p:tgtEl>
                                        <p:attrNameLst>
                                          <p:attrName>style.rotation</p:attrName>
                                        </p:attrNameLst>
                                      </p:cBhvr>
                                      <p:tavLst>
                                        <p:tav tm="0">
                                          <p:val>
                                            <p:fltVal val="720.000000"/>
                                          </p:val>
                                        </p:tav>
                                        <p:tav tm="100000">
                                          <p:val>
                                            <p:fltVal val="0.000000"/>
                                          </p:val>
                                        </p:tav>
                                      </p:tavLst>
                                    </p:anim>
                                    <p:anim calcmode="lin" valueType="num">
                                      <p:cBhvr>
                                        <p:cTn id="9" dur="800" fill="hold">
                                          <p:stCondLst>
                                            <p:cond delay="0"/>
                                          </p:stCondLst>
                                        </p:cTn>
                                        <p:tgtEl>
                                          <p:spTgt spid="2050"/>
                                        </p:tgtEl>
                                        <p:attrNameLst>
                                          <p:attrName>ppt_h</p:attrName>
                                        </p:attrNameLst>
                                      </p:cBhvr>
                                      <p:tavLst>
                                        <p:tav tm="0">
                                          <p:val>
                                            <p:fltVal val="0.000000"/>
                                          </p:val>
                                        </p:tav>
                                        <p:tav tm="100000">
                                          <p:val>
                                            <p:strVal val="#ppt_h"/>
                                          </p:val>
                                        </p:tav>
                                      </p:tavLst>
                                    </p:anim>
                                    <p:anim calcmode="lin" valueType="num">
                                      <p:cBhvr>
                                        <p:cTn id="10" dur="800" fill="hold">
                                          <p:stCondLst>
                                            <p:cond delay="0"/>
                                          </p:stCondLst>
                                        </p:cTn>
                                        <p:tgtEl>
                                          <p:spTgt spid="2050"/>
                                        </p:tgtEl>
                                        <p:attrNameLst>
                                          <p:attrName>ppt_w</p:attrName>
                                        </p:attrNameLst>
                                      </p:cBhvr>
                                      <p:tavLst>
                                        <p:tav tm="0">
                                          <p:val>
                                            <p:fltVal val="0.000000"/>
                                          </p:val>
                                        </p:tav>
                                        <p:tav tm="100000">
                                          <p:val>
                                            <p:strVal val="#ppt_w"/>
                                          </p:val>
                                        </p:tav>
                                      </p:tavLst>
                                    </p:anim>
                                  </p:childTnLst>
                                </p:cTn>
                              </p:par>
                            </p:childTnLst>
                          </p:cTn>
                        </p:par>
                        <p:par>
                          <p:cTn id="11" fill="hold">
                            <p:stCondLst>
                              <p:cond delay="0"/>
                            </p:stCondLst>
                            <p:childTnLst>
                              <p:par>
                                <p:cTn id="12" presetID="12" presetClass="entr" presetSubtype="4" fill="hold" grpId="0" nodeType="afterEffect">
                                  <p:stCondLst>
                                    <p:cond delay="0"/>
                                  </p:stCondLst>
                                  <p:childTnLst>
                                    <p:set>
                                      <p:cBhvr>
                                        <p:cTn id="13" dur="1" fill="hold">
                                          <p:stCondLst>
                                            <p:cond delay="0"/>
                                          </p:stCondLst>
                                        </p:cTn>
                                        <p:tgtEl>
                                          <p:spTgt spid="2051">
                                            <p:txEl>
                                              <p:charRg st="0" end="22"/>
                                            </p:txEl>
                                          </p:spTgt>
                                        </p:tgtEl>
                                        <p:attrNameLst>
                                          <p:attrName>style.visibility</p:attrName>
                                        </p:attrNameLst>
                                      </p:cBhvr>
                                      <p:to>
                                        <p:strVal val="visible"/>
                                      </p:to>
                                    </p:set>
                                    <p:animEffect transition="in" filter="slide(fromBottom)">
                                      <p:cBhvr>
                                        <p:cTn id="14" dur="500">
                                          <p:stCondLst>
                                            <p:cond delay="0"/>
                                          </p:stCondLst>
                                        </p:cTn>
                                        <p:tgtEl>
                                          <p:spTgt spid="2051">
                                            <p:txEl>
                                              <p:charRg st="0" end="22"/>
                                            </p:txEl>
                                          </p:spTgt>
                                        </p:tgtEl>
                                      </p:cBhvr>
                                    </p:animEffect>
                                  </p:childTnLst>
                                </p:cTn>
                              </p:par>
                            </p:childTnLst>
                          </p:cTn>
                        </p:par>
                        <p:par>
                          <p:cTn id="15" fill="hold">
                            <p:stCondLst>
                              <p:cond delay="500"/>
                            </p:stCondLst>
                            <p:childTnLst>
                              <p:par>
                                <p:cTn id="16" presetID="12" presetClass="entr" presetSubtype="4" fill="hold" grpId="0" nodeType="afterEffect">
                                  <p:stCondLst>
                                    <p:cond delay="0"/>
                                  </p:stCondLst>
                                  <p:childTnLst>
                                    <p:set>
                                      <p:cBhvr>
                                        <p:cTn id="17" dur="1" fill="hold">
                                          <p:stCondLst>
                                            <p:cond delay="0"/>
                                          </p:stCondLst>
                                        </p:cTn>
                                        <p:tgtEl>
                                          <p:spTgt spid="2051">
                                            <p:txEl>
                                              <p:charRg st="22" end="33"/>
                                            </p:txEl>
                                          </p:spTgt>
                                        </p:tgtEl>
                                        <p:attrNameLst>
                                          <p:attrName>style.visibility</p:attrName>
                                        </p:attrNameLst>
                                      </p:cBhvr>
                                      <p:to>
                                        <p:strVal val="visible"/>
                                      </p:to>
                                    </p:set>
                                    <p:animEffect transition="in" filter="slide(fromBottom)">
                                      <p:cBhvr>
                                        <p:cTn id="18" dur="500">
                                          <p:stCondLst>
                                            <p:cond delay="0"/>
                                          </p:stCondLst>
                                        </p:cTn>
                                        <p:tgtEl>
                                          <p:spTgt spid="2051">
                                            <p:txEl>
                                              <p:charRg st="22" end="33"/>
                                            </p:txEl>
                                          </p:spTgt>
                                        </p:tgtEl>
                                      </p:cBhvr>
                                    </p:animEffect>
                                  </p:childTnLst>
                                </p:cTn>
                              </p:par>
                            </p:childTnLst>
                          </p:cTn>
                        </p:par>
                        <p:par>
                          <p:cTn id="19" fill="hold">
                            <p:stCondLst>
                              <p:cond delay="1000"/>
                            </p:stCondLst>
                            <p:childTnLst>
                              <p:par>
                                <p:cTn id="20" presetID="12" presetClass="entr" presetSubtype="4" fill="hold" grpId="0" nodeType="afterEffect">
                                  <p:stCondLst>
                                    <p:cond delay="0"/>
                                  </p:stCondLst>
                                  <p:childTnLst>
                                    <p:set>
                                      <p:cBhvr>
                                        <p:cTn id="21" dur="1" fill="hold">
                                          <p:stCondLst>
                                            <p:cond delay="0"/>
                                          </p:stCondLst>
                                        </p:cTn>
                                        <p:tgtEl>
                                          <p:spTgt spid="2051">
                                            <p:txEl>
                                              <p:charRg st="33" end="56"/>
                                            </p:txEl>
                                          </p:spTgt>
                                        </p:tgtEl>
                                        <p:attrNameLst>
                                          <p:attrName>style.visibility</p:attrName>
                                        </p:attrNameLst>
                                      </p:cBhvr>
                                      <p:to>
                                        <p:strVal val="visible"/>
                                      </p:to>
                                    </p:set>
                                    <p:animEffect transition="in" filter="slide(fromBottom)">
                                      <p:cBhvr>
                                        <p:cTn id="22" dur="500">
                                          <p:stCondLst>
                                            <p:cond delay="0"/>
                                          </p:stCondLst>
                                        </p:cTn>
                                        <p:tgtEl>
                                          <p:spTgt spid="2051">
                                            <p:txEl>
                                              <p:charRg st="33" end="56"/>
                                            </p:txEl>
                                          </p:spTgt>
                                        </p:tgtEl>
                                      </p:cBhvr>
                                    </p:animEffect>
                                  </p:childTnLst>
                                </p:cTn>
                              </p:par>
                            </p:childTnLst>
                          </p:cTn>
                        </p:par>
                        <p:par>
                          <p:cTn id="23" fill="hold">
                            <p:stCondLst>
                              <p:cond delay="1500"/>
                            </p:stCondLst>
                            <p:childTnLst>
                              <p:par>
                                <p:cTn id="24" presetID="12" presetClass="entr" presetSubtype="4" fill="hold" grpId="0" nodeType="afterEffect">
                                  <p:stCondLst>
                                    <p:cond delay="0"/>
                                  </p:stCondLst>
                                  <p:childTnLst>
                                    <p:set>
                                      <p:cBhvr>
                                        <p:cTn id="25" dur="1" fill="hold">
                                          <p:stCondLst>
                                            <p:cond delay="0"/>
                                          </p:stCondLst>
                                        </p:cTn>
                                        <p:tgtEl>
                                          <p:spTgt spid="2051">
                                            <p:txEl>
                                              <p:charRg st="56" end="77"/>
                                            </p:txEl>
                                          </p:spTgt>
                                        </p:tgtEl>
                                        <p:attrNameLst>
                                          <p:attrName>style.visibility</p:attrName>
                                        </p:attrNameLst>
                                      </p:cBhvr>
                                      <p:to>
                                        <p:strVal val="visible"/>
                                      </p:to>
                                    </p:set>
                                    <p:animEffect transition="in" filter="slide(fromBottom)">
                                      <p:cBhvr>
                                        <p:cTn id="26" dur="500">
                                          <p:stCondLst>
                                            <p:cond delay="0"/>
                                          </p:stCondLst>
                                        </p:cTn>
                                        <p:tgtEl>
                                          <p:spTgt spid="2051">
                                            <p:txEl>
                                              <p:charRg st="56" end="7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1" grpId="0"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Rectangle 4"/>
          <p:cNvSpPr>
            <a:spLocks noGrp="1" noChangeArrowheads="1"/>
          </p:cNvSpPr>
          <p:nvPr>
            <p:ph type="title"/>
          </p:nvPr>
        </p:nvSpPr>
        <p:spPr>
          <a:xfrm>
            <a:off x="457200" y="304800"/>
            <a:ext cx="8229600" cy="1139825"/>
          </a:xfrm>
        </p:spPr>
        <p:txBody>
          <a:bodyPr vert="horz" anchor="t">
            <a:no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4000" b="0" i="0" u="none" strike="noStrike" kern="1200" cap="none" spc="-100" normalizeH="0" baseline="0" noProof="0" dirty="0" smtClean="0">
                <a:ln>
                  <a:noFill/>
                </a:ln>
                <a:solidFill>
                  <a:schemeClr val="accent2">
                    <a:lumMod val="60000"/>
                    <a:lumOff val="40000"/>
                  </a:schemeClr>
                </a:solidFill>
                <a:effectLst/>
                <a:uLnTx/>
                <a:uFillTx/>
                <a:latin typeface="+mj-lt"/>
                <a:ea typeface="+mj-ea"/>
                <a:cs typeface="+mj-cs"/>
              </a:rPr>
              <a:t>Sponge Forceps</a:t>
            </a:r>
            <a:endParaRPr kumimoji="0" lang="en-US" sz="4000" b="0" i="0" u="none" strike="noStrike" kern="1200" cap="none" spc="-100" normalizeH="0" baseline="0" noProof="0" dirty="0" smtClean="0">
              <a:ln>
                <a:noFill/>
              </a:ln>
              <a:solidFill>
                <a:schemeClr val="accent2">
                  <a:lumMod val="60000"/>
                  <a:lumOff val="40000"/>
                </a:schemeClr>
              </a:solidFill>
              <a:effectLst/>
              <a:uLnTx/>
              <a:uFillTx/>
              <a:latin typeface="+mj-lt"/>
              <a:ea typeface="+mj-ea"/>
              <a:cs typeface="+mj-cs"/>
            </a:endParaRPr>
          </a:p>
        </p:txBody>
      </p:sp>
      <p:pic>
        <p:nvPicPr>
          <p:cNvPr id="88067" name="Picture 9" descr="P1020192"/>
          <p:cNvPicPr>
            <a:picLocks noChangeAspect="1"/>
          </p:cNvPicPr>
          <p:nvPr/>
        </p:nvPicPr>
        <p:blipFill>
          <a:blip r:embed="rId1"/>
          <a:stretch>
            <a:fillRect/>
          </a:stretch>
        </p:blipFill>
        <p:spPr>
          <a:xfrm>
            <a:off x="5638800" y="4114800"/>
            <a:ext cx="2743200" cy="1692275"/>
          </a:xfrm>
          <a:prstGeom prst="rect">
            <a:avLst/>
          </a:prstGeom>
          <a:noFill/>
          <a:ln w="9525">
            <a:noFill/>
          </a:ln>
        </p:spPr>
      </p:pic>
      <p:pic>
        <p:nvPicPr>
          <p:cNvPr id="88068" name="Picture 7" descr="P1020192 - Copy"/>
          <p:cNvPicPr>
            <a:picLocks noChangeAspect="1"/>
          </p:cNvPicPr>
          <p:nvPr>
            <p:ph sz="half" idx="2"/>
          </p:nvPr>
        </p:nvPicPr>
        <p:blipFill>
          <a:blip r:embed="rId2"/>
          <a:srcRect/>
          <a:stretch>
            <a:fillRect/>
          </a:stretch>
        </p:blipFill>
        <p:spPr>
          <a:xfrm>
            <a:off x="457200" y="1600200"/>
            <a:ext cx="5029200" cy="2474913"/>
          </a:xfrm>
          <a:ln/>
        </p:spPr>
      </p:pic>
      <p:sp>
        <p:nvSpPr>
          <p:cNvPr id="88069" name="Rectangle 12"/>
          <p:cNvSpPr/>
          <p:nvPr/>
        </p:nvSpPr>
        <p:spPr>
          <a:xfrm>
            <a:off x="762000" y="3657600"/>
            <a:ext cx="4648200" cy="1330325"/>
          </a:xfrm>
          <a:prstGeom prst="rect">
            <a:avLst/>
          </a:prstGeom>
          <a:noFill/>
          <a:ln w="9525">
            <a:noFill/>
          </a:ln>
        </p:spPr>
        <p:txBody>
          <a:bodyPr/>
          <a:p>
            <a:pPr marL="342900" indent="-342900">
              <a:spcBef>
                <a:spcPct val="20000"/>
              </a:spcBef>
              <a:buClr>
                <a:srgbClr val="FE94FE"/>
              </a:buClr>
              <a:buSzPct val="75000"/>
              <a:buFont typeface="Wingdings" panose="05000000000000000000" pitchFamily="2" charset="2"/>
            </a:pPr>
            <a:endParaRPr sz="2400" dirty="0">
              <a:latin typeface="Arial" panose="020B0604020202020204" pitchFamily="34" charset="0"/>
            </a:endParaRPr>
          </a:p>
          <a:p>
            <a:pPr marL="342900" indent="-342900">
              <a:spcBef>
                <a:spcPct val="20000"/>
              </a:spcBef>
              <a:buClr>
                <a:srgbClr val="FE94FE"/>
              </a:buClr>
              <a:buSzPct val="75000"/>
              <a:buFont typeface="Arial" panose="020B0604020202020204" pitchFamily="34" charset="0"/>
              <a:buChar char="•"/>
            </a:pPr>
            <a:r>
              <a:rPr sz="3600" dirty="0">
                <a:latin typeface="Arial" panose="020B0604020202020204" pitchFamily="34" charset="0"/>
              </a:rPr>
              <a:t>Used to hold gauze squares or sponge to “mop up” the surgical site</a:t>
            </a:r>
            <a:endParaRPr sz="3600" dirty="0">
              <a:latin typeface="Arial" panose="020B0604020202020204" pitchFamily="34" charset="0"/>
            </a:endParaRPr>
          </a:p>
          <a:p>
            <a:pPr marL="342900" indent="-342900">
              <a:spcBef>
                <a:spcPct val="20000"/>
              </a:spcBef>
              <a:buClr>
                <a:srgbClr val="FE94FE"/>
              </a:buClr>
              <a:buSzPct val="75000"/>
              <a:buFont typeface="Arial" panose="020B0604020202020204" pitchFamily="34" charset="0"/>
              <a:buChar char="•"/>
            </a:pPr>
            <a:r>
              <a:rPr sz="3600" dirty="0">
                <a:latin typeface="Arial" panose="020B0604020202020204" pitchFamily="34" charset="0"/>
              </a:rPr>
              <a:t>Jaws are serrated</a:t>
            </a:r>
            <a:endParaRPr sz="3600" dirty="0">
              <a:latin typeface="Arial" panose="020B0604020202020204" pitchFamily="34" charset="0"/>
            </a:endParaRPr>
          </a:p>
          <a:p>
            <a:pPr marL="342900" indent="-342900">
              <a:spcBef>
                <a:spcPct val="20000"/>
              </a:spcBef>
              <a:buClr>
                <a:srgbClr val="FE94FE"/>
              </a:buClr>
              <a:buSzPct val="75000"/>
              <a:buFont typeface="Wingdings" panose="05000000000000000000" pitchFamily="2" charset="2"/>
              <a:buChar char="p"/>
            </a:pPr>
            <a:endParaRPr sz="2400" dirty="0">
              <a:latin typeface="Arial" panose="020B0604020202020204" pitchFamily="34" charset="0"/>
            </a:endParaRPr>
          </a:p>
          <a:p>
            <a:pPr marL="342900" indent="-342900">
              <a:spcBef>
                <a:spcPct val="20000"/>
              </a:spcBef>
              <a:buClr>
                <a:srgbClr val="FE94FE"/>
              </a:buClr>
              <a:buSzPct val="75000"/>
              <a:buFont typeface="Wingdings" panose="05000000000000000000" pitchFamily="2" charset="2"/>
            </a:pPr>
            <a:endParaRPr sz="2400" dirty="0">
              <a:latin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ntr" presetSubtype="0" fill="hold" grpId="0" nodeType="afterEffect">
                                  <p:stCondLst>
                                    <p:cond delay="0"/>
                                  </p:stCondLst>
                                  <p:iterate type="lt">
                                    <p:tmPct val="0"/>
                                  </p:iterate>
                                  <p:childTnLst>
                                    <p:set>
                                      <p:cBhvr>
                                        <p:cTn id="6" dur="1" fill="hold">
                                          <p:stCondLst>
                                            <p:cond delay="0"/>
                                          </p:stCondLst>
                                        </p:cTn>
                                        <p:tgtEl>
                                          <p:spTgt spid="8196"/>
                                        </p:tgtEl>
                                        <p:attrNameLst>
                                          <p:attrName>style.visibility</p:attrName>
                                        </p:attrNameLst>
                                      </p:cBhvr>
                                      <p:to>
                                        <p:strVal val="visible"/>
                                      </p:to>
                                    </p:set>
                                    <p:animEffect transition="in" filter="fade">
                                      <p:cBhvr>
                                        <p:cTn id="7" dur="2000"/>
                                        <p:tgtEl>
                                          <p:spTgt spid="8196"/>
                                        </p:tgtEl>
                                      </p:cBhvr>
                                    </p:animEffect>
                                    <p:anim calcmode="lin" valueType="num">
                                      <p:cBhvr>
                                        <p:cTn id="8" dur="2000" fill="hold"/>
                                        <p:tgtEl>
                                          <p:spTgt spid="8196"/>
                                        </p:tgtEl>
                                        <p:attrNameLst>
                                          <p:attrName>style.rotation</p:attrName>
                                        </p:attrNameLst>
                                      </p:cBhvr>
                                      <p:tavLst>
                                        <p:tav tm="0">
                                          <p:val>
                                            <p:fltVal val="720.000000"/>
                                          </p:val>
                                        </p:tav>
                                        <p:tav tm="100000">
                                          <p:val>
                                            <p:fltVal val="0.000000"/>
                                          </p:val>
                                        </p:tav>
                                      </p:tavLst>
                                    </p:anim>
                                    <p:anim calcmode="lin" valueType="num">
                                      <p:cBhvr>
                                        <p:cTn id="9" dur="2000" fill="hold"/>
                                        <p:tgtEl>
                                          <p:spTgt spid="8196"/>
                                        </p:tgtEl>
                                        <p:attrNameLst>
                                          <p:attrName>ppt_h</p:attrName>
                                        </p:attrNameLst>
                                      </p:cBhvr>
                                      <p:tavLst>
                                        <p:tav tm="0">
                                          <p:val>
                                            <p:fltVal val="0.000000"/>
                                          </p:val>
                                        </p:tav>
                                        <p:tav tm="100000">
                                          <p:val>
                                            <p:strVal val="#ppt_h"/>
                                          </p:val>
                                        </p:tav>
                                      </p:tavLst>
                                    </p:anim>
                                    <p:anim calcmode="lin" valueType="num">
                                      <p:cBhvr>
                                        <p:cTn id="10" dur="2000" fill="hold"/>
                                        <p:tgtEl>
                                          <p:spTgt spid="8196"/>
                                        </p:tgtEl>
                                        <p:attrNameLst>
                                          <p:attrName>ppt_w</p:attrName>
                                        </p:attrNameLst>
                                      </p:cBhvr>
                                      <p:tavLst>
                                        <p:tav tm="0">
                                          <p:val>
                                            <p:fltVal val="0.00000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6"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24" name="Rectangle 8"/>
          <p:cNvSpPr>
            <a:spLocks noGrp="1" noChangeArrowheads="1"/>
          </p:cNvSpPr>
          <p:nvPr>
            <p:ph type="title"/>
          </p:nvPr>
        </p:nvSpPr>
        <p:spPr/>
        <p:txBody>
          <a:bodyPr vert="horz" anchor="t">
            <a:no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4000" b="0" i="0" u="none" strike="noStrike" kern="1200" cap="none" spc="-100" normalizeH="0" baseline="0" noProof="0" dirty="0" smtClean="0">
                <a:ln>
                  <a:noFill/>
                </a:ln>
                <a:solidFill>
                  <a:schemeClr val="accent2">
                    <a:lumMod val="60000"/>
                    <a:lumOff val="40000"/>
                  </a:schemeClr>
                </a:solidFill>
                <a:effectLst/>
                <a:uLnTx/>
                <a:uFillTx/>
                <a:latin typeface="+mj-lt"/>
                <a:ea typeface="+mj-ea"/>
                <a:cs typeface="+mj-cs"/>
              </a:rPr>
              <a:t>Transfer Forceps</a:t>
            </a:r>
            <a:endParaRPr kumimoji="0" lang="en-US" sz="4000" b="0" i="0" u="none" strike="noStrike" kern="1200" cap="none" spc="-100" normalizeH="0" baseline="0" noProof="0" dirty="0" smtClean="0">
              <a:ln>
                <a:noFill/>
              </a:ln>
              <a:solidFill>
                <a:schemeClr val="accent2">
                  <a:lumMod val="60000"/>
                  <a:lumOff val="40000"/>
                </a:schemeClr>
              </a:solidFill>
              <a:effectLst/>
              <a:uLnTx/>
              <a:uFillTx/>
              <a:latin typeface="+mj-lt"/>
              <a:ea typeface="+mj-ea"/>
              <a:cs typeface="+mj-cs"/>
            </a:endParaRPr>
          </a:p>
        </p:txBody>
      </p:sp>
      <p:sp>
        <p:nvSpPr>
          <p:cNvPr id="89091" name="Rectangle 11"/>
          <p:cNvSpPr>
            <a:spLocks noGrp="1"/>
          </p:cNvSpPr>
          <p:nvPr>
            <p:ph type="body" sz="half" idx="3"/>
          </p:nvPr>
        </p:nvSpPr>
        <p:spPr>
          <a:xfrm>
            <a:off x="4648200" y="533400"/>
            <a:ext cx="4038600" cy="5597525"/>
          </a:xfrm>
          <a:ln/>
        </p:spPr>
        <p:txBody>
          <a:bodyPr vert="horz" wrap="square" lIns="91440" tIns="45720" rIns="91440" bIns="45720" anchor="t" anchorCtr="0"/>
          <a:p>
            <a:pPr eaLnBrk="1" hangingPunct="1">
              <a:buClr>
                <a:schemeClr val="tx2"/>
              </a:buClr>
              <a:buSzPct val="95000"/>
              <a:buFont typeface="Wingdings" panose="05000000000000000000" pitchFamily="2" charset="2"/>
              <a:buNone/>
            </a:pPr>
            <a:endParaRPr sz="2400" dirty="0">
              <a:solidFill>
                <a:srgbClr val="FFFF00"/>
              </a:solidFill>
            </a:endParaRPr>
          </a:p>
          <a:p>
            <a:pPr eaLnBrk="1" hangingPunct="1">
              <a:buClr>
                <a:schemeClr val="tx2"/>
              </a:buClr>
              <a:buSzPct val="95000"/>
              <a:buFont typeface="Wingdings" panose="05000000000000000000" pitchFamily="2" charset="2"/>
              <a:buNone/>
            </a:pPr>
            <a:endParaRPr sz="2400" dirty="0">
              <a:solidFill>
                <a:srgbClr val="FFFF00"/>
              </a:solidFill>
            </a:endParaRPr>
          </a:p>
          <a:p>
            <a:pPr eaLnBrk="1" hangingPunct="1">
              <a:buClr>
                <a:schemeClr val="tx2"/>
              </a:buClr>
              <a:buSzPct val="95000"/>
              <a:buFont typeface="Wingdings" panose="05000000000000000000" pitchFamily="2" charset="2"/>
              <a:buNone/>
            </a:pPr>
            <a:endParaRPr sz="2400" dirty="0">
              <a:solidFill>
                <a:srgbClr val="FFFF00"/>
              </a:solidFill>
            </a:endParaRPr>
          </a:p>
          <a:p>
            <a:pPr eaLnBrk="1" hangingPunct="1">
              <a:buClr>
                <a:schemeClr val="tx2"/>
              </a:buClr>
              <a:buSzPct val="95000"/>
              <a:buFont typeface="Wingdings" panose="05000000000000000000" pitchFamily="2" charset="2"/>
              <a:buNone/>
            </a:pPr>
            <a:r>
              <a:rPr sz="3600" dirty="0">
                <a:solidFill>
                  <a:srgbClr val="FFFF00"/>
                </a:solidFill>
              </a:rPr>
              <a:t>When sterile, transfer</a:t>
            </a:r>
            <a:endParaRPr sz="3600" dirty="0">
              <a:solidFill>
                <a:srgbClr val="FFFF00"/>
              </a:solidFill>
            </a:endParaRPr>
          </a:p>
          <a:p>
            <a:pPr eaLnBrk="1" hangingPunct="1">
              <a:buClr>
                <a:schemeClr val="tx2"/>
              </a:buClr>
              <a:buSzPct val="95000"/>
              <a:buFont typeface="Wingdings" panose="05000000000000000000" pitchFamily="2" charset="2"/>
              <a:buNone/>
            </a:pPr>
            <a:r>
              <a:rPr sz="3600" dirty="0">
                <a:solidFill>
                  <a:srgbClr val="FFFF00"/>
                </a:solidFill>
              </a:rPr>
              <a:t>forceps;</a:t>
            </a:r>
            <a:endParaRPr sz="3600" dirty="0">
              <a:solidFill>
                <a:srgbClr val="FFFF00"/>
              </a:solidFill>
            </a:endParaRPr>
          </a:p>
          <a:p>
            <a:pPr eaLnBrk="1" hangingPunct="1">
              <a:buClr>
                <a:srgbClr val="FE94FE"/>
              </a:buClr>
              <a:buSzPct val="95000"/>
              <a:buFont typeface="Wingdings" panose="05000000000000000000" pitchFamily="2" charset="2"/>
            </a:pPr>
            <a:r>
              <a:rPr sz="3600" dirty="0">
                <a:solidFill>
                  <a:srgbClr val="FFFF00"/>
                </a:solidFill>
              </a:rPr>
              <a:t>arrange items on sterile tray</a:t>
            </a:r>
            <a:endParaRPr sz="3600" dirty="0">
              <a:solidFill>
                <a:srgbClr val="FFFF00"/>
              </a:solidFill>
            </a:endParaRPr>
          </a:p>
          <a:p>
            <a:pPr eaLnBrk="1" hangingPunct="1">
              <a:buClr>
                <a:srgbClr val="FE94FE"/>
              </a:buClr>
              <a:buSzPct val="95000"/>
              <a:buFont typeface="Wingdings" panose="05000000000000000000" pitchFamily="2" charset="2"/>
            </a:pPr>
            <a:r>
              <a:rPr sz="3600" dirty="0">
                <a:solidFill>
                  <a:srgbClr val="FFFF00"/>
                </a:solidFill>
              </a:rPr>
              <a:t>transfer items to sterile field</a:t>
            </a:r>
            <a:endParaRPr sz="3600" dirty="0">
              <a:solidFill>
                <a:srgbClr val="FFFF00"/>
              </a:solidFill>
            </a:endParaRPr>
          </a:p>
          <a:p>
            <a:pPr eaLnBrk="1" hangingPunct="1">
              <a:buClr>
                <a:srgbClr val="FE94FE"/>
              </a:buClr>
              <a:buSzPct val="95000"/>
              <a:buFont typeface="Wingdings" panose="05000000000000000000" pitchFamily="2" charset="2"/>
            </a:pPr>
            <a:endParaRPr sz="2400" dirty="0">
              <a:solidFill>
                <a:srgbClr val="FFFF00"/>
              </a:solidFill>
            </a:endParaRPr>
          </a:p>
          <a:p>
            <a:pPr eaLnBrk="1" hangingPunct="1">
              <a:buClr>
                <a:srgbClr val="FE94FE"/>
              </a:buClr>
              <a:buSzPct val="95000"/>
              <a:buFont typeface="Wingdings" panose="05000000000000000000" pitchFamily="2" charset="2"/>
            </a:pPr>
            <a:endParaRPr sz="2400" dirty="0">
              <a:solidFill>
                <a:srgbClr val="FFFF00"/>
              </a:solidFill>
            </a:endParaRPr>
          </a:p>
        </p:txBody>
      </p:sp>
      <p:pic>
        <p:nvPicPr>
          <p:cNvPr id="89092" name="Picture 12" descr="P1020139"/>
          <p:cNvPicPr>
            <a:picLocks noChangeAspect="1"/>
          </p:cNvPicPr>
          <p:nvPr>
            <p:ph sz="quarter" idx="1"/>
          </p:nvPr>
        </p:nvPicPr>
        <p:blipFill>
          <a:blip r:embed="rId1"/>
          <a:srcRect/>
          <a:stretch>
            <a:fillRect/>
          </a:stretch>
        </p:blipFill>
        <p:spPr>
          <a:xfrm>
            <a:off x="457200" y="1881188"/>
            <a:ext cx="4038600" cy="1625600"/>
          </a:xfrm>
          <a:ln/>
        </p:spPr>
      </p:pic>
      <p:pic>
        <p:nvPicPr>
          <p:cNvPr id="89093" name="Picture 13" descr="P1020140"/>
          <p:cNvPicPr>
            <a:picLocks noChangeAspect="1"/>
          </p:cNvPicPr>
          <p:nvPr>
            <p:ph sz="quarter" idx="2"/>
          </p:nvPr>
        </p:nvPicPr>
        <p:blipFill>
          <a:blip r:embed="rId2"/>
          <a:srcRect/>
          <a:stretch>
            <a:fillRect/>
          </a:stretch>
        </p:blipFill>
        <p:spPr>
          <a:xfrm>
            <a:off x="584200" y="3962400"/>
            <a:ext cx="3783013" cy="2189163"/>
          </a:xfrm>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ntr" presetSubtype="0" fill="hold" grpId="0" nodeType="afterEffect">
                                  <p:stCondLst>
                                    <p:cond delay="0"/>
                                  </p:stCondLst>
                                  <p:childTnLst>
                                    <p:set>
                                      <p:cBhvr>
                                        <p:cTn id="6" dur="1" fill="hold">
                                          <p:stCondLst>
                                            <p:cond delay="0"/>
                                          </p:stCondLst>
                                        </p:cTn>
                                        <p:tgtEl>
                                          <p:spTgt spid="9224"/>
                                        </p:tgtEl>
                                        <p:attrNameLst>
                                          <p:attrName>style.visibility</p:attrName>
                                        </p:attrNameLst>
                                      </p:cBhvr>
                                      <p:to>
                                        <p:strVal val="visible"/>
                                      </p:to>
                                    </p:set>
                                    <p:animEffect transition="in" filter="fade">
                                      <p:cBhvr>
                                        <p:cTn id="7" dur="2000"/>
                                        <p:tgtEl>
                                          <p:spTgt spid="9224"/>
                                        </p:tgtEl>
                                      </p:cBhvr>
                                    </p:animEffect>
                                    <p:anim calcmode="lin" valueType="num">
                                      <p:cBhvr>
                                        <p:cTn id="8" dur="2000" fill="hold"/>
                                        <p:tgtEl>
                                          <p:spTgt spid="9224"/>
                                        </p:tgtEl>
                                        <p:attrNameLst>
                                          <p:attrName>style.rotation</p:attrName>
                                        </p:attrNameLst>
                                      </p:cBhvr>
                                      <p:tavLst>
                                        <p:tav tm="0">
                                          <p:val>
                                            <p:fltVal val="720.000000"/>
                                          </p:val>
                                        </p:tav>
                                        <p:tav tm="100000">
                                          <p:val>
                                            <p:fltVal val="0.000000"/>
                                          </p:val>
                                        </p:tav>
                                      </p:tavLst>
                                    </p:anim>
                                    <p:anim calcmode="lin" valueType="num">
                                      <p:cBhvr>
                                        <p:cTn id="9" dur="2000" fill="hold"/>
                                        <p:tgtEl>
                                          <p:spTgt spid="9224"/>
                                        </p:tgtEl>
                                        <p:attrNameLst>
                                          <p:attrName>ppt_h</p:attrName>
                                        </p:attrNameLst>
                                      </p:cBhvr>
                                      <p:tavLst>
                                        <p:tav tm="0">
                                          <p:val>
                                            <p:fltVal val="0.000000"/>
                                          </p:val>
                                        </p:tav>
                                        <p:tav tm="100000">
                                          <p:val>
                                            <p:strVal val="#ppt_h"/>
                                          </p:val>
                                        </p:tav>
                                      </p:tavLst>
                                    </p:anim>
                                    <p:anim calcmode="lin" valueType="num">
                                      <p:cBhvr>
                                        <p:cTn id="10" dur="2000" fill="hold"/>
                                        <p:tgtEl>
                                          <p:spTgt spid="9224"/>
                                        </p:tgtEl>
                                        <p:attrNameLst>
                                          <p:attrName>ppt_w</p:attrName>
                                        </p:attrNameLst>
                                      </p:cBhvr>
                                      <p:tavLst>
                                        <p:tav tm="0">
                                          <p:val>
                                            <p:fltVal val="0.00000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4"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31" name="Rectangle 11"/>
          <p:cNvSpPr>
            <a:spLocks noGrp="1" noChangeArrowheads="1"/>
          </p:cNvSpPr>
          <p:nvPr>
            <p:ph type="title"/>
          </p:nvPr>
        </p:nvSpPr>
        <p:spPr/>
        <p:txBody>
          <a:bodyPr vert="horz" anchor="t">
            <a:no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4000" b="0" i="0" u="none" strike="noStrike" kern="1200" cap="none" spc="-100" normalizeH="0" baseline="0" noProof="0" dirty="0" smtClean="0">
                <a:ln>
                  <a:noFill/>
                </a:ln>
                <a:solidFill>
                  <a:schemeClr val="accent2">
                    <a:lumMod val="60000"/>
                    <a:lumOff val="40000"/>
                  </a:schemeClr>
                </a:solidFill>
                <a:effectLst/>
                <a:uLnTx/>
                <a:uFillTx/>
                <a:latin typeface="+mj-lt"/>
                <a:ea typeface="+mj-ea"/>
                <a:cs typeface="+mj-cs"/>
              </a:rPr>
              <a:t>Splinter Forceps</a:t>
            </a:r>
            <a:endParaRPr kumimoji="0" lang="en-US" sz="4000" b="0" i="0" u="none" strike="noStrike" kern="1200" cap="none" spc="-100" normalizeH="0" baseline="0" noProof="0" dirty="0" smtClean="0">
              <a:ln>
                <a:noFill/>
              </a:ln>
              <a:solidFill>
                <a:schemeClr val="accent2">
                  <a:lumMod val="60000"/>
                  <a:lumOff val="40000"/>
                </a:schemeClr>
              </a:solidFill>
              <a:effectLst/>
              <a:uLnTx/>
              <a:uFillTx/>
              <a:latin typeface="+mj-lt"/>
              <a:ea typeface="+mj-ea"/>
              <a:cs typeface="+mj-cs"/>
            </a:endParaRPr>
          </a:p>
        </p:txBody>
      </p:sp>
      <p:sp>
        <p:nvSpPr>
          <p:cNvPr id="90115" name="Rectangle 13"/>
          <p:cNvSpPr>
            <a:spLocks noGrp="1"/>
          </p:cNvSpPr>
          <p:nvPr>
            <p:ph type="body" sz="half" idx="2"/>
          </p:nvPr>
        </p:nvSpPr>
        <p:spPr>
          <a:ln/>
        </p:spPr>
        <p:txBody>
          <a:bodyPr vert="horz" wrap="square" lIns="91440" tIns="45720" rIns="91440" bIns="45720" anchor="t" anchorCtr="0"/>
          <a:p>
            <a:pPr eaLnBrk="1" hangingPunct="1">
              <a:buClr>
                <a:srgbClr val="FE94FE"/>
              </a:buClr>
              <a:buSzPct val="95000"/>
              <a:buFont typeface="Wingdings" panose="05000000000000000000" pitchFamily="2" charset="2"/>
            </a:pPr>
            <a:r>
              <a:rPr sz="3600" dirty="0">
                <a:solidFill>
                  <a:srgbClr val="FFFF00"/>
                </a:solidFill>
              </a:rPr>
              <a:t>Fine tip for foreign object retrieval</a:t>
            </a:r>
            <a:endParaRPr sz="3600" dirty="0">
              <a:solidFill>
                <a:srgbClr val="FFFF00"/>
              </a:solidFill>
            </a:endParaRPr>
          </a:p>
        </p:txBody>
      </p:sp>
      <p:pic>
        <p:nvPicPr>
          <p:cNvPr id="90116" name="Picture 20" descr="P1020195"/>
          <p:cNvPicPr>
            <a:picLocks noChangeAspect="1"/>
          </p:cNvPicPr>
          <p:nvPr>
            <p:ph sz="half" idx="1"/>
          </p:nvPr>
        </p:nvPicPr>
        <p:blipFill>
          <a:blip r:embed="rId1"/>
          <a:srcRect/>
          <a:stretch>
            <a:fillRect/>
          </a:stretch>
        </p:blipFill>
        <p:spPr>
          <a:xfrm>
            <a:off x="457200" y="2430463"/>
            <a:ext cx="4038600" cy="2868612"/>
          </a:xfrm>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8" presetClass="entr" presetSubtype="0" accel="50000" fill="hold" grpId="0" nodeType="afterEffect">
                                  <p:stCondLst>
                                    <p:cond delay="0"/>
                                  </p:stCondLst>
                                  <p:iterate type="lt">
                                    <p:tmPct val="50000"/>
                                  </p:iterate>
                                  <p:childTnLst>
                                    <p:set>
                                      <p:cBhvr>
                                        <p:cTn id="6" dur="1" fill="hold">
                                          <p:stCondLst>
                                            <p:cond delay="0"/>
                                          </p:stCondLst>
                                        </p:cTn>
                                        <p:tgtEl>
                                          <p:spTgt spid="81931"/>
                                        </p:tgtEl>
                                        <p:attrNameLst>
                                          <p:attrName>style.visibility</p:attrName>
                                        </p:attrNameLst>
                                      </p:cBhvr>
                                      <p:to>
                                        <p:strVal val="visible"/>
                                      </p:to>
                                    </p:set>
                                    <p:set>
                                      <p:cBhvr>
                                        <p:cTn id="7" dur="228" fill="hold">
                                          <p:stCondLst>
                                            <p:cond delay="0"/>
                                          </p:stCondLst>
                                        </p:cTn>
                                        <p:tgtEl>
                                          <p:spTgt spid="81931"/>
                                        </p:tgtEl>
                                        <p:attrNameLst>
                                          <p:attrName>style.rotation</p:attrName>
                                        </p:attrNameLst>
                                      </p:cBhvr>
                                      <p:to>
                                        <p:strVal val="-45.0"/>
                                      </p:to>
                                    </p:set>
                                    <p:anim calcmode="lin" valueType="num">
                                      <p:cBhvr>
                                        <p:cTn id="8" dur="228" fill="hold">
                                          <p:stCondLst>
                                            <p:cond delay="228"/>
                                          </p:stCondLst>
                                        </p:cTn>
                                        <p:tgtEl>
                                          <p:spTgt spid="81931"/>
                                        </p:tgtEl>
                                        <p:attrNameLst>
                                          <p:attrName>style.rotation</p:attrName>
                                        </p:attrNameLst>
                                      </p:cBhvr>
                                      <p:tavLst>
                                        <p:tav tm="0">
                                          <p:val>
                                            <p:fltVal val="-45.000000"/>
                                          </p:val>
                                        </p:tav>
                                        <p:tav tm="69900">
                                          <p:val>
                                            <p:fltVal val="45.000000"/>
                                          </p:val>
                                        </p:tav>
                                        <p:tav tm="100000">
                                          <p:val>
                                            <p:fltVal val="0.000000"/>
                                          </p:val>
                                        </p:tav>
                                      </p:tavLst>
                                    </p:anim>
                                    <p:anim calcmode="lin" valueType="num">
                                      <p:cBhvr>
                                        <p:cTn id="9" dur="228" fill="hold">
                                          <p:stCondLst>
                                            <p:cond delay="0"/>
                                          </p:stCondLst>
                                        </p:cTn>
                                        <p:tgtEl>
                                          <p:spTgt spid="81931"/>
                                        </p:tgtEl>
                                        <p:attrNameLst>
                                          <p:attrName>ppt_y</p:attrName>
                                        </p:attrNameLst>
                                      </p:cBhvr>
                                      <p:tavLst>
                                        <p:tav tm="0">
                                          <p:val>
                                            <p:strVal val="#ppt_y-1"/>
                                          </p:val>
                                        </p:tav>
                                        <p:tav tm="100000">
                                          <p:val>
                                            <p:strVal val="#ppt_y-(0.354*#ppt_w-0.172*#ppt_h)"/>
                                          </p:val>
                                        </p:tav>
                                      </p:tavLst>
                                    </p:anim>
                                    <p:anim calcmode="lin" valueType="num">
                                      <p:cBhvr>
                                        <p:cTn id="10" dur="78" decel="50000" autoRev="1" fill="hold">
                                          <p:stCondLst>
                                            <p:cond delay="228"/>
                                          </p:stCondLst>
                                        </p:cTn>
                                        <p:tgtEl>
                                          <p:spTgt spid="81931"/>
                                        </p:tgtEl>
                                        <p:attrNameLst>
                                          <p:attrName>ppt_y</p:attrName>
                                        </p:attrNameLst>
                                      </p:cBhvr>
                                      <p:tavLst>
                                        <p:tav tm="0">
                                          <p:val>
                                            <p:strVal val="#ppt_y-(0.354*#ppt_w-0.172*#ppt_h)"/>
                                          </p:val>
                                        </p:tav>
                                        <p:tav tm="100000">
                                          <p:val>
                                            <p:strVal val="#ppt_y-(0.354*#ppt_w-0.172*#ppt_h)-#ppt_h/2"/>
                                          </p:val>
                                        </p:tav>
                                      </p:tavLst>
                                    </p:anim>
                                    <p:anim calcmode="lin" valueType="num">
                                      <p:cBhvr>
                                        <p:cTn id="11" dur="68" fill="hold">
                                          <p:stCondLst>
                                            <p:cond delay="432"/>
                                          </p:stCondLst>
                                        </p:cTn>
                                        <p:tgtEl>
                                          <p:spTgt spid="81931"/>
                                        </p:tgtEl>
                                        <p:attrNameLst>
                                          <p:attrName>ppt_y</p:attrName>
                                        </p:attrNameLst>
                                      </p:cBhvr>
                                      <p:tavLst>
                                        <p:tav tm="0">
                                          <p:val>
                                            <p:strVal val="#ppt_y-(0.354*#ppt_w-0.172*#ppt_h)"/>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31"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53" name="Rectangle 9"/>
          <p:cNvSpPr>
            <a:spLocks noGrp="1" noChangeArrowheads="1"/>
          </p:cNvSpPr>
          <p:nvPr>
            <p:ph type="title"/>
          </p:nvPr>
        </p:nvSpPr>
        <p:spPr/>
        <p:txBody>
          <a:bodyPr vert="horz" anchor="t">
            <a:no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4000" b="0" i="0" u="none" strike="noStrike" kern="1200" cap="none" spc="-100" normalizeH="0" baseline="0" noProof="0" dirty="0" smtClean="0">
                <a:ln>
                  <a:noFill/>
                </a:ln>
                <a:solidFill>
                  <a:schemeClr val="accent2">
                    <a:lumMod val="60000"/>
                    <a:lumOff val="40000"/>
                  </a:schemeClr>
                </a:solidFill>
                <a:effectLst/>
                <a:uLnTx/>
                <a:uFillTx/>
                <a:latin typeface="+mj-lt"/>
                <a:ea typeface="+mj-ea"/>
                <a:cs typeface="+mj-cs"/>
              </a:rPr>
              <a:t>Walter Splinter Forceps</a:t>
            </a:r>
            <a:endParaRPr kumimoji="0" lang="en-US" sz="4000" b="0" i="0" u="none" strike="noStrike" kern="1200" cap="none" spc="-100" normalizeH="0" baseline="0" noProof="0" dirty="0" smtClean="0">
              <a:ln>
                <a:noFill/>
              </a:ln>
              <a:solidFill>
                <a:schemeClr val="accent2">
                  <a:lumMod val="60000"/>
                  <a:lumOff val="40000"/>
                </a:schemeClr>
              </a:solidFill>
              <a:effectLst/>
              <a:uLnTx/>
              <a:uFillTx/>
              <a:latin typeface="+mj-lt"/>
              <a:ea typeface="+mj-ea"/>
              <a:cs typeface="+mj-cs"/>
            </a:endParaRPr>
          </a:p>
        </p:txBody>
      </p:sp>
      <p:pic>
        <p:nvPicPr>
          <p:cNvPr id="91139" name="Picture 16" descr="P1020161"/>
          <p:cNvPicPr>
            <a:picLocks noChangeAspect="1"/>
          </p:cNvPicPr>
          <p:nvPr>
            <p:ph sz="quarter" idx="1"/>
          </p:nvPr>
        </p:nvPicPr>
        <p:blipFill>
          <a:blip r:embed="rId1"/>
          <a:srcRect/>
          <a:stretch>
            <a:fillRect/>
          </a:stretch>
        </p:blipFill>
        <p:spPr>
          <a:xfrm>
            <a:off x="685800" y="1600200"/>
            <a:ext cx="3328988" cy="2286000"/>
          </a:xfrm>
          <a:ln/>
        </p:spPr>
      </p:pic>
      <p:pic>
        <p:nvPicPr>
          <p:cNvPr id="91140" name="Picture 15" descr="P1020153"/>
          <p:cNvPicPr>
            <a:picLocks noChangeAspect="1"/>
          </p:cNvPicPr>
          <p:nvPr>
            <p:ph sz="quarter" idx="2"/>
          </p:nvPr>
        </p:nvPicPr>
        <p:blipFill>
          <a:blip r:embed="rId2"/>
          <a:srcRect/>
          <a:stretch>
            <a:fillRect/>
          </a:stretch>
        </p:blipFill>
        <p:spPr>
          <a:xfrm>
            <a:off x="4953000" y="1600200"/>
            <a:ext cx="3352800" cy="2286000"/>
          </a:xfrm>
          <a:ln/>
        </p:spPr>
      </p:pic>
      <p:sp>
        <p:nvSpPr>
          <p:cNvPr id="91141" name="Rectangle 17"/>
          <p:cNvSpPr>
            <a:spLocks noGrp="1"/>
          </p:cNvSpPr>
          <p:nvPr>
            <p:ph type="body" sz="half" idx="3"/>
          </p:nvPr>
        </p:nvSpPr>
        <p:spPr>
          <a:xfrm>
            <a:off x="457200" y="4343400"/>
            <a:ext cx="8229600" cy="1787525"/>
          </a:xfrm>
          <a:ln/>
        </p:spPr>
        <p:txBody>
          <a:bodyPr vert="horz" wrap="square" lIns="91440" tIns="45720" rIns="91440" bIns="45720" anchor="t" anchorCtr="0"/>
          <a:p>
            <a:pPr eaLnBrk="1" hangingPunct="1">
              <a:buClr>
                <a:srgbClr val="FE94FE"/>
              </a:buClr>
              <a:buSzPct val="95000"/>
              <a:buFont typeface="Wingdings" panose="05000000000000000000" pitchFamily="2" charset="2"/>
            </a:pPr>
            <a:r>
              <a:rPr sz="3600" dirty="0">
                <a:solidFill>
                  <a:srgbClr val="FFFF00"/>
                </a:solidFill>
              </a:rPr>
              <a:t>Very fine tip</a:t>
            </a:r>
            <a:endParaRPr sz="3600" dirty="0">
              <a:solidFill>
                <a:srgbClr val="FFFF00"/>
              </a:solidFill>
            </a:endParaRPr>
          </a:p>
          <a:p>
            <a:pPr eaLnBrk="1" hangingPunct="1">
              <a:buClr>
                <a:srgbClr val="FE94FE"/>
              </a:buClr>
              <a:buSzPct val="95000"/>
              <a:buFont typeface="Wingdings" panose="05000000000000000000" pitchFamily="2" charset="2"/>
            </a:pPr>
            <a:r>
              <a:rPr sz="3600" dirty="0">
                <a:solidFill>
                  <a:srgbClr val="FFFF00"/>
                </a:solidFill>
              </a:rPr>
              <a:t>Spear-head design</a:t>
            </a:r>
            <a:endParaRPr sz="3600" dirty="0">
              <a:solidFill>
                <a:srgbClr val="FFFF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afterEffect">
                                  <p:stCondLst>
                                    <p:cond delay="0"/>
                                  </p:stCondLst>
                                  <p:childTnLst>
                                    <p:set>
                                      <p:cBhvr>
                                        <p:cTn id="6" dur="1" fill="hold">
                                          <p:stCondLst>
                                            <p:cond delay="0"/>
                                          </p:stCondLst>
                                        </p:cTn>
                                        <p:tgtEl>
                                          <p:spTgt spid="6153"/>
                                        </p:tgtEl>
                                        <p:attrNameLst>
                                          <p:attrName>style.visibility</p:attrName>
                                        </p:attrNameLst>
                                      </p:cBhvr>
                                      <p:to>
                                        <p:strVal val="visible"/>
                                      </p:to>
                                    </p:set>
                                    <p:anim calcmode="lin" valueType="num">
                                      <p:cBhvr>
                                        <p:cTn id="7" dur="2000" fill="hold"/>
                                        <p:tgtEl>
                                          <p:spTgt spid="6153"/>
                                        </p:tgtEl>
                                        <p:attrNameLst>
                                          <p:attrName>ppt_w</p:attrName>
                                        </p:attrNameLst>
                                      </p:cBhvr>
                                      <p:tavLst>
                                        <p:tav tm="0">
                                          <p:val>
                                            <p:strVal val="#ppt_w"/>
                                          </p:val>
                                        </p:tav>
                                        <p:tav tm="100000">
                                          <p:val>
                                            <p:strVal val="#ppt_w"/>
                                          </p:val>
                                        </p:tav>
                                      </p:tavLst>
                                    </p:anim>
                                    <p:anim calcmode="lin" valueType="num">
                                      <p:cBhvr>
                                        <p:cTn id="8" dur="2000" fill="hold"/>
                                        <p:tgtEl>
                                          <p:spTgt spid="6153"/>
                                        </p:tgtEl>
                                        <p:attrNameLst>
                                          <p:attrName>ppt_h</p:attrName>
                                        </p:attrNameLst>
                                      </p:cBhvr>
                                      <p:tavLst>
                                        <p:tav tm="0" fmla="#ppt_h*sin(2.5*pi*$)">
                                          <p:val>
                                            <p:fltVal val="0.000000"/>
                                          </p:val>
                                        </p:tav>
                                        <p:tav tm="100000">
                                          <p:val>
                                            <p:fltVal val="1.00000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3"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4" name="Rectangle 4"/>
          <p:cNvSpPr>
            <a:spLocks noGrp="1" noChangeArrowheads="1"/>
          </p:cNvSpPr>
          <p:nvPr>
            <p:ph type="title"/>
          </p:nvPr>
        </p:nvSpPr>
        <p:spPr/>
        <p:txBody>
          <a:bodyPr vert="horz" anchor="t">
            <a:no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4000" b="0" i="0" u="none" strike="noStrike" kern="1200" cap="none" spc="-100" normalizeH="0" baseline="0" noProof="0" dirty="0" smtClean="0">
                <a:ln>
                  <a:noFill/>
                </a:ln>
                <a:solidFill>
                  <a:schemeClr val="accent2">
                    <a:lumMod val="60000"/>
                    <a:lumOff val="40000"/>
                  </a:schemeClr>
                </a:solidFill>
                <a:effectLst/>
                <a:uLnTx/>
                <a:uFillTx/>
                <a:latin typeface="+mj-lt"/>
                <a:ea typeface="+mj-ea"/>
                <a:cs typeface="+mj-cs"/>
              </a:rPr>
              <a:t>1x2 Toothed Tissue Forceps</a:t>
            </a:r>
            <a:endParaRPr kumimoji="0" lang="en-US" sz="4000" b="0" i="0" u="none" strike="noStrike" kern="1200" cap="none" spc="-100" normalizeH="0" baseline="0" noProof="0" dirty="0" smtClean="0">
              <a:ln>
                <a:noFill/>
              </a:ln>
              <a:solidFill>
                <a:schemeClr val="accent2">
                  <a:lumMod val="60000"/>
                  <a:lumOff val="40000"/>
                </a:schemeClr>
              </a:solidFill>
              <a:effectLst/>
              <a:uLnTx/>
              <a:uFillTx/>
              <a:latin typeface="+mj-lt"/>
              <a:ea typeface="+mj-ea"/>
              <a:cs typeface="+mj-cs"/>
            </a:endParaRPr>
          </a:p>
        </p:txBody>
      </p:sp>
      <p:sp>
        <p:nvSpPr>
          <p:cNvPr id="92163" name="Rectangle 15"/>
          <p:cNvSpPr>
            <a:spLocks noGrp="1"/>
          </p:cNvSpPr>
          <p:nvPr>
            <p:ph type="body" sz="half" idx="1"/>
          </p:nvPr>
        </p:nvSpPr>
        <p:spPr>
          <a:ln/>
        </p:spPr>
        <p:txBody>
          <a:bodyPr vert="horz" wrap="square" lIns="91440" tIns="45720" rIns="91440" bIns="45720" anchor="t" anchorCtr="0"/>
          <a:p>
            <a:pPr eaLnBrk="1" hangingPunct="1">
              <a:buClr>
                <a:srgbClr val="FE94FE"/>
              </a:buClr>
              <a:buSzPct val="95000"/>
              <a:buFont typeface="Wingdings" panose="05000000000000000000" pitchFamily="2" charset="2"/>
            </a:pPr>
            <a:r>
              <a:rPr sz="2800" dirty="0">
                <a:solidFill>
                  <a:srgbClr val="FFFF00"/>
                </a:solidFill>
              </a:rPr>
              <a:t>Used for grasping and holding tissue, muscle or skin surrounding a wound</a:t>
            </a:r>
            <a:endParaRPr sz="2800" dirty="0">
              <a:solidFill>
                <a:srgbClr val="FFFF00"/>
              </a:solidFill>
            </a:endParaRPr>
          </a:p>
          <a:p>
            <a:pPr eaLnBrk="1" hangingPunct="1">
              <a:buClr>
                <a:srgbClr val="FE94FE"/>
              </a:buClr>
              <a:buSzPct val="95000"/>
              <a:buFont typeface="Wingdings" panose="05000000000000000000" pitchFamily="2" charset="2"/>
            </a:pPr>
            <a:r>
              <a:rPr sz="2800" dirty="0">
                <a:solidFill>
                  <a:srgbClr val="FFFF00"/>
                </a:solidFill>
              </a:rPr>
              <a:t>Single toothed on one side; fits between two teeth on the other side</a:t>
            </a:r>
            <a:endParaRPr sz="2800" dirty="0">
              <a:solidFill>
                <a:srgbClr val="FFFF00"/>
              </a:solidFill>
            </a:endParaRPr>
          </a:p>
          <a:p>
            <a:pPr eaLnBrk="1" hangingPunct="1">
              <a:buClr>
                <a:srgbClr val="FE94FE"/>
              </a:buClr>
              <a:buSzPct val="95000"/>
              <a:buFont typeface="Wingdings" panose="05000000000000000000" pitchFamily="2" charset="2"/>
            </a:pPr>
            <a:r>
              <a:rPr sz="2800" dirty="0">
                <a:solidFill>
                  <a:srgbClr val="FFFF00"/>
                </a:solidFill>
              </a:rPr>
              <a:t>Available as 1x2 or 2x3 or 3x4</a:t>
            </a:r>
            <a:endParaRPr sz="2800" dirty="0">
              <a:solidFill>
                <a:srgbClr val="FFFF00"/>
              </a:solidFill>
            </a:endParaRPr>
          </a:p>
        </p:txBody>
      </p:sp>
      <p:pic>
        <p:nvPicPr>
          <p:cNvPr id="92164" name="Picture 8" descr="P1020205"/>
          <p:cNvPicPr>
            <a:picLocks noChangeAspect="1"/>
          </p:cNvPicPr>
          <p:nvPr>
            <p:ph sz="quarter" idx="2"/>
          </p:nvPr>
        </p:nvPicPr>
        <p:blipFill>
          <a:blip r:embed="rId1"/>
          <a:srcRect/>
          <a:stretch>
            <a:fillRect/>
          </a:stretch>
        </p:blipFill>
        <p:spPr>
          <a:xfrm>
            <a:off x="4419600" y="3962400"/>
            <a:ext cx="3581400" cy="1985963"/>
          </a:xfrm>
          <a:ln/>
        </p:spPr>
      </p:pic>
      <p:pic>
        <p:nvPicPr>
          <p:cNvPr id="92165" name="Picture 9" descr="P1020204"/>
          <p:cNvPicPr>
            <a:picLocks noChangeAspect="1"/>
          </p:cNvPicPr>
          <p:nvPr>
            <p:ph sz="quarter" idx="3"/>
          </p:nvPr>
        </p:nvPicPr>
        <p:blipFill>
          <a:blip r:embed="rId2"/>
          <a:srcRect/>
          <a:stretch>
            <a:fillRect/>
          </a:stretch>
        </p:blipFill>
        <p:spPr>
          <a:xfrm>
            <a:off x="5562600" y="1524000"/>
            <a:ext cx="2362200" cy="2189163"/>
          </a:xfrm>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10" fill="hold" grpId="0" nodeType="afterEffect">
                                  <p:stCondLst>
                                    <p:cond delay="0"/>
                                  </p:stCondLst>
                                  <p:childTnLst>
                                    <p:set>
                                      <p:cBhvr>
                                        <p:cTn id="6" dur="1" fill="hold">
                                          <p:stCondLst>
                                            <p:cond delay="0"/>
                                          </p:stCondLst>
                                        </p:cTn>
                                        <p:tgtEl>
                                          <p:spTgt spid="5124"/>
                                        </p:tgtEl>
                                        <p:attrNameLst>
                                          <p:attrName>style.visibility</p:attrName>
                                        </p:attrNameLst>
                                      </p:cBhvr>
                                      <p:to>
                                        <p:strVal val="visible"/>
                                      </p:to>
                                    </p:set>
                                    <p:anim calcmode="lin" valueType="num">
                                      <p:cBhvr>
                                        <p:cTn id="7" dur="2000" fill="hold"/>
                                        <p:tgtEl>
                                          <p:spTgt spid="5124"/>
                                        </p:tgtEl>
                                        <p:attrNameLst>
                                          <p:attrName>ppt_w</p:attrName>
                                        </p:attrNameLst>
                                      </p:cBhvr>
                                      <p:tavLst>
                                        <p:tav tm="0" fmla="#ppt_w*sin(2.5*pi*$)">
                                          <p:val>
                                            <p:fltVal val="0.000000"/>
                                          </p:val>
                                        </p:tav>
                                        <p:tav tm="100000">
                                          <p:val>
                                            <p:fltVal val="1.000000"/>
                                          </p:val>
                                        </p:tav>
                                      </p:tavLst>
                                    </p:anim>
                                    <p:anim calcmode="lin" valueType="num">
                                      <p:cBhvr>
                                        <p:cTn id="8" dur="2000" fill="hold"/>
                                        <p:tgtEl>
                                          <p:spTgt spid="512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4"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Rectangle 2"/>
          <p:cNvSpPr>
            <a:spLocks noGrp="1" noChangeArrowheads="1"/>
          </p:cNvSpPr>
          <p:nvPr>
            <p:ph type="title"/>
          </p:nvPr>
        </p:nvSpPr>
        <p:spPr/>
        <p:txBody>
          <a:bodyPr vert="horz" anchor="t">
            <a:no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4000" b="0" i="0" u="none" strike="noStrike" kern="1200" cap="none" spc="-100" normalizeH="0" baseline="0" noProof="0" dirty="0" smtClean="0">
                <a:ln>
                  <a:noFill/>
                </a:ln>
                <a:solidFill>
                  <a:schemeClr val="accent2">
                    <a:lumMod val="60000"/>
                    <a:lumOff val="40000"/>
                  </a:schemeClr>
                </a:solidFill>
                <a:effectLst/>
                <a:uLnTx/>
                <a:uFillTx/>
                <a:latin typeface="+mj-lt"/>
                <a:ea typeface="+mj-ea"/>
                <a:cs typeface="+mj-cs"/>
              </a:rPr>
              <a:t>Plain Thumb Forceps</a:t>
            </a:r>
            <a:endParaRPr kumimoji="0" lang="en-US" sz="4000" b="0" i="0" u="none" strike="noStrike" kern="1200" cap="none" spc="-100" normalizeH="0" baseline="0" noProof="0" dirty="0" smtClean="0">
              <a:ln>
                <a:noFill/>
              </a:ln>
              <a:solidFill>
                <a:schemeClr val="accent2">
                  <a:lumMod val="60000"/>
                  <a:lumOff val="40000"/>
                </a:schemeClr>
              </a:solidFill>
              <a:effectLst/>
              <a:uLnTx/>
              <a:uFillTx/>
              <a:latin typeface="+mj-lt"/>
              <a:ea typeface="+mj-ea"/>
              <a:cs typeface="+mj-cs"/>
            </a:endParaRPr>
          </a:p>
        </p:txBody>
      </p:sp>
      <p:sp>
        <p:nvSpPr>
          <p:cNvPr id="93187" name="Rectangle 5"/>
          <p:cNvSpPr>
            <a:spLocks noGrp="1"/>
          </p:cNvSpPr>
          <p:nvPr>
            <p:ph type="body" sz="half" idx="2"/>
          </p:nvPr>
        </p:nvSpPr>
        <p:spPr>
          <a:ln/>
        </p:spPr>
        <p:txBody>
          <a:bodyPr vert="horz" wrap="square" lIns="91440" tIns="45720" rIns="91440" bIns="45720" anchor="t" anchorCtr="0"/>
          <a:p>
            <a:pPr eaLnBrk="1" hangingPunct="1">
              <a:lnSpc>
                <a:spcPct val="80000"/>
              </a:lnSpc>
              <a:buClr>
                <a:srgbClr val="FE94FE"/>
              </a:buClr>
              <a:buSzPct val="95000"/>
              <a:buFont typeface="Wingdings" panose="05000000000000000000" pitchFamily="2" charset="2"/>
            </a:pPr>
            <a:r>
              <a:rPr sz="3600" dirty="0">
                <a:solidFill>
                  <a:srgbClr val="FFFF00"/>
                </a:solidFill>
              </a:rPr>
              <a:t>Used to hold tissue in place when applying sutures</a:t>
            </a:r>
            <a:endParaRPr sz="3600" dirty="0">
              <a:solidFill>
                <a:srgbClr val="FFFF00"/>
              </a:solidFill>
            </a:endParaRPr>
          </a:p>
          <a:p>
            <a:pPr eaLnBrk="1" hangingPunct="1">
              <a:lnSpc>
                <a:spcPct val="80000"/>
              </a:lnSpc>
              <a:buClr>
                <a:srgbClr val="FE94FE"/>
              </a:buClr>
              <a:buSzPct val="95000"/>
              <a:buFont typeface="Wingdings" panose="05000000000000000000" pitchFamily="2" charset="2"/>
            </a:pPr>
            <a:r>
              <a:rPr sz="3600" dirty="0">
                <a:solidFill>
                  <a:srgbClr val="FFFF00"/>
                </a:solidFill>
              </a:rPr>
              <a:t>Used to gently move tissues out of the way during exploratory surgery </a:t>
            </a:r>
            <a:endParaRPr sz="3600" dirty="0">
              <a:solidFill>
                <a:srgbClr val="FFFF00"/>
              </a:solidFill>
            </a:endParaRPr>
          </a:p>
          <a:p>
            <a:pPr eaLnBrk="1" hangingPunct="1">
              <a:lnSpc>
                <a:spcPct val="80000"/>
              </a:lnSpc>
              <a:buClr>
                <a:srgbClr val="FE94FE"/>
              </a:buClr>
              <a:buSzPct val="95000"/>
              <a:buFont typeface="Wingdings" panose="05000000000000000000" pitchFamily="2" charset="2"/>
            </a:pPr>
            <a:r>
              <a:rPr sz="3600" dirty="0">
                <a:solidFill>
                  <a:srgbClr val="FFFF00"/>
                </a:solidFill>
              </a:rPr>
              <a:t>Used to insert packing into or remove objects from deep cavities</a:t>
            </a:r>
            <a:endParaRPr sz="3600" dirty="0">
              <a:solidFill>
                <a:srgbClr val="FFFF00"/>
              </a:solidFill>
            </a:endParaRPr>
          </a:p>
        </p:txBody>
      </p:sp>
      <p:pic>
        <p:nvPicPr>
          <p:cNvPr id="93188" name="Picture 6" descr="P1020191"/>
          <p:cNvPicPr>
            <a:picLocks noChangeAspect="1"/>
          </p:cNvPicPr>
          <p:nvPr>
            <p:ph sz="half" idx="1"/>
          </p:nvPr>
        </p:nvPicPr>
        <p:blipFill>
          <a:blip r:embed="rId1"/>
          <a:srcRect/>
          <a:stretch>
            <a:fillRect/>
          </a:stretch>
        </p:blipFill>
        <p:spPr>
          <a:xfrm>
            <a:off x="922338" y="1600200"/>
            <a:ext cx="7297737" cy="2189163"/>
          </a:xfrm>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grpId="0" nodeType="afterEffect">
                                  <p:stCondLst>
                                    <p:cond delay="0"/>
                                  </p:stCondLst>
                                  <p:iterate type="lt">
                                    <p:tmPct val="10000"/>
                                  </p:iterate>
                                  <p:childTnLst>
                                    <p:set>
                                      <p:cBhvr>
                                        <p:cTn id="6" dur="1" fill="hold">
                                          <p:stCondLst>
                                            <p:cond delay="0"/>
                                          </p:stCondLst>
                                        </p:cTn>
                                        <p:tgtEl>
                                          <p:spTgt spid="88066"/>
                                        </p:tgtEl>
                                        <p:attrNameLst>
                                          <p:attrName>style.visibility</p:attrName>
                                        </p:attrNameLst>
                                      </p:cBhvr>
                                      <p:to>
                                        <p:strVal val="visible"/>
                                      </p:to>
                                    </p:set>
                                    <p:animEffect transition="in" filter="fade">
                                      <p:cBhvr>
                                        <p:cTn id="7" dur="1000"/>
                                        <p:tgtEl>
                                          <p:spTgt spid="88066"/>
                                        </p:tgtEl>
                                      </p:cBhvr>
                                    </p:animEffect>
                                    <p:anim calcmode="lin" valueType="num">
                                      <p:cBhvr>
                                        <p:cTn id="8" dur="1000" fill="hold"/>
                                        <p:tgtEl>
                                          <p:spTgt spid="88066"/>
                                        </p:tgtEl>
                                        <p:attrNameLst>
                                          <p:attrName>ppt_w</p:attrName>
                                        </p:attrNameLst>
                                      </p:cBhvr>
                                      <p:tavLst>
                                        <p:tav tm="0" fmla="#ppt_w*sin(2.5*pi*$)">
                                          <p:val>
                                            <p:fltVal val="0.000000"/>
                                          </p:val>
                                        </p:tav>
                                        <p:tav tm="100000">
                                          <p:val>
                                            <p:fltVal val="1.000000"/>
                                          </p:val>
                                        </p:tav>
                                      </p:tavLst>
                                    </p:anim>
                                    <p:anim calcmode="lin" valueType="num">
                                      <p:cBhvr>
                                        <p:cTn id="9" dur="1000" fill="hold"/>
                                        <p:tgtEl>
                                          <p:spTgt spid="8806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6"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Rectangle 2"/>
          <p:cNvSpPr>
            <a:spLocks noGrp="1" noChangeArrowheads="1"/>
          </p:cNvSpPr>
          <p:nvPr>
            <p:ph type="title"/>
          </p:nvPr>
        </p:nvSpPr>
        <p:spPr/>
        <p:txBody>
          <a:bodyPr vert="horz" anchor="t">
            <a:no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4000" b="0" i="0" u="none" strike="noStrike" kern="1200" cap="none" spc="-100" normalizeH="0" baseline="0" noProof="0" dirty="0" smtClean="0">
                <a:ln>
                  <a:noFill/>
                </a:ln>
                <a:solidFill>
                  <a:schemeClr val="accent2">
                    <a:lumMod val="60000"/>
                    <a:lumOff val="40000"/>
                  </a:schemeClr>
                </a:solidFill>
                <a:effectLst/>
                <a:uLnTx/>
                <a:uFillTx/>
                <a:latin typeface="+mj-lt"/>
                <a:ea typeface="+mj-ea"/>
                <a:cs typeface="+mj-cs"/>
              </a:rPr>
              <a:t>Curved Mosquito Hemostat</a:t>
            </a:r>
            <a:endParaRPr kumimoji="0" lang="en-US" sz="4000" b="0" i="0" u="none" strike="noStrike" kern="1200" cap="none" spc="-100" normalizeH="0" baseline="0" noProof="0" dirty="0" smtClean="0">
              <a:ln>
                <a:noFill/>
              </a:ln>
              <a:solidFill>
                <a:schemeClr val="accent2">
                  <a:lumMod val="60000"/>
                  <a:lumOff val="40000"/>
                </a:schemeClr>
              </a:solidFill>
              <a:effectLst/>
              <a:uLnTx/>
              <a:uFillTx/>
              <a:latin typeface="+mj-lt"/>
              <a:ea typeface="+mj-ea"/>
              <a:cs typeface="+mj-cs"/>
            </a:endParaRPr>
          </a:p>
        </p:txBody>
      </p:sp>
      <p:sp>
        <p:nvSpPr>
          <p:cNvPr id="94211" name="Rectangle 4"/>
          <p:cNvSpPr>
            <a:spLocks noGrp="1"/>
          </p:cNvSpPr>
          <p:nvPr>
            <p:ph type="body" sz="half" idx="1"/>
          </p:nvPr>
        </p:nvSpPr>
        <p:spPr>
          <a:ln/>
        </p:spPr>
        <p:txBody>
          <a:bodyPr vert="horz" wrap="square" lIns="91440" tIns="45720" rIns="91440" bIns="45720" anchor="t" anchorCtr="0"/>
          <a:p>
            <a:pPr eaLnBrk="1" hangingPunct="1">
              <a:buClr>
                <a:srgbClr val="FE94FE"/>
              </a:buClr>
              <a:buSzPct val="95000"/>
              <a:buFont typeface="Wingdings" panose="05000000000000000000" pitchFamily="2" charset="2"/>
            </a:pPr>
            <a:r>
              <a:rPr sz="3200" dirty="0">
                <a:solidFill>
                  <a:srgbClr val="FFFF00"/>
                </a:solidFill>
              </a:rPr>
              <a:t>Used to hold delicate tissue </a:t>
            </a:r>
            <a:endParaRPr sz="3200" dirty="0">
              <a:solidFill>
                <a:srgbClr val="FFFF00"/>
              </a:solidFill>
            </a:endParaRPr>
          </a:p>
          <a:p>
            <a:pPr eaLnBrk="1" hangingPunct="1">
              <a:buClr>
                <a:srgbClr val="FE94FE"/>
              </a:buClr>
              <a:buSzPct val="95000"/>
              <a:buFont typeface="Wingdings" panose="05000000000000000000" pitchFamily="2" charset="2"/>
            </a:pPr>
            <a:r>
              <a:rPr sz="3200" dirty="0">
                <a:solidFill>
                  <a:srgbClr val="FFFF00"/>
                </a:solidFill>
              </a:rPr>
              <a:t>Used to compress bleeding vessels</a:t>
            </a:r>
            <a:endParaRPr sz="3200" dirty="0">
              <a:solidFill>
                <a:srgbClr val="FFFF00"/>
              </a:solidFill>
            </a:endParaRPr>
          </a:p>
          <a:p>
            <a:pPr eaLnBrk="1" hangingPunct="1">
              <a:buClr>
                <a:srgbClr val="FE94FE"/>
              </a:buClr>
              <a:buSzPct val="95000"/>
              <a:buFont typeface="Wingdings" panose="05000000000000000000" pitchFamily="2" charset="2"/>
            </a:pPr>
            <a:r>
              <a:rPr sz="3200" dirty="0">
                <a:solidFill>
                  <a:srgbClr val="FFFF00"/>
                </a:solidFill>
              </a:rPr>
              <a:t>Jaws are fully serrated</a:t>
            </a:r>
            <a:endParaRPr sz="3200" dirty="0">
              <a:solidFill>
                <a:srgbClr val="FFFF00"/>
              </a:solidFill>
            </a:endParaRPr>
          </a:p>
          <a:p>
            <a:pPr eaLnBrk="1" hangingPunct="1">
              <a:buClr>
                <a:srgbClr val="FE94FE"/>
              </a:buClr>
              <a:buSzPct val="95000"/>
              <a:buFont typeface="Wingdings" panose="05000000000000000000" pitchFamily="2" charset="2"/>
            </a:pPr>
            <a:endParaRPr sz="2400" dirty="0">
              <a:solidFill>
                <a:srgbClr val="FFFF00"/>
              </a:solidFill>
            </a:endParaRPr>
          </a:p>
        </p:txBody>
      </p:sp>
      <p:pic>
        <p:nvPicPr>
          <p:cNvPr id="94212" name="Picture 8" descr="P1020179"/>
          <p:cNvPicPr>
            <a:picLocks noChangeAspect="1"/>
          </p:cNvPicPr>
          <p:nvPr>
            <p:ph sz="quarter" idx="3"/>
          </p:nvPr>
        </p:nvPicPr>
        <p:blipFill>
          <a:blip r:embed="rId1"/>
          <a:srcRect/>
          <a:stretch>
            <a:fillRect/>
          </a:stretch>
        </p:blipFill>
        <p:spPr>
          <a:xfrm>
            <a:off x="5106988" y="3962400"/>
            <a:ext cx="3121025" cy="2189163"/>
          </a:xfrm>
          <a:ln/>
        </p:spPr>
      </p:pic>
      <p:pic>
        <p:nvPicPr>
          <p:cNvPr id="94213" name="Picture 10" descr="P1020128"/>
          <p:cNvPicPr>
            <a:picLocks noChangeAspect="1"/>
          </p:cNvPicPr>
          <p:nvPr>
            <p:ph sz="quarter" idx="2"/>
          </p:nvPr>
        </p:nvPicPr>
        <p:blipFill>
          <a:blip r:embed="rId2"/>
          <a:srcRect/>
          <a:stretch>
            <a:fillRect/>
          </a:stretch>
        </p:blipFill>
        <p:spPr>
          <a:xfrm>
            <a:off x="4648200" y="1852613"/>
            <a:ext cx="4038600" cy="1684337"/>
          </a:xfrm>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3" fill="hold" grpId="0" nodeType="afterEffect">
                                  <p:stCondLst>
                                    <p:cond delay="0"/>
                                  </p:stCondLst>
                                  <p:childTnLst>
                                    <p:set>
                                      <p:cBhvr>
                                        <p:cTn id="6" dur="1" fill="hold">
                                          <p:stCondLst>
                                            <p:cond delay="0"/>
                                          </p:stCondLst>
                                        </p:cTn>
                                        <p:tgtEl>
                                          <p:spTgt spid="16386"/>
                                        </p:tgtEl>
                                        <p:attrNameLst>
                                          <p:attrName>style.visibility</p:attrName>
                                        </p:attrNameLst>
                                      </p:cBhvr>
                                      <p:to>
                                        <p:strVal val="visible"/>
                                      </p:to>
                                    </p:set>
                                    <p:animEffect transition="in" filter="wheel(3)">
                                      <p:cBhvr>
                                        <p:cTn id="7" dur="1000"/>
                                        <p:tgtEl>
                                          <p:spTgt spid="163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6"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2" name="Rectangle 4"/>
          <p:cNvSpPr>
            <a:spLocks noGrp="1" noChangeArrowheads="1"/>
          </p:cNvSpPr>
          <p:nvPr>
            <p:ph type="title"/>
          </p:nvPr>
        </p:nvSpPr>
        <p:spPr/>
        <p:txBody>
          <a:bodyPr vert="horz" anchor="t">
            <a:no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4000" b="0" i="0" u="none" strike="noStrike" kern="1200" cap="none" spc="-100" normalizeH="0" baseline="0" noProof="0" dirty="0" smtClean="0">
                <a:ln>
                  <a:noFill/>
                </a:ln>
                <a:solidFill>
                  <a:schemeClr val="accent2">
                    <a:lumMod val="60000"/>
                    <a:lumOff val="40000"/>
                  </a:schemeClr>
                </a:solidFill>
                <a:effectLst/>
                <a:uLnTx/>
                <a:uFillTx/>
                <a:latin typeface="+mj-lt"/>
                <a:ea typeface="+mj-ea"/>
                <a:cs typeface="+mj-cs"/>
              </a:rPr>
              <a:t>Kelly Hemostat</a:t>
            </a:r>
            <a:endParaRPr kumimoji="0" lang="en-US" sz="4000" b="0" i="0" u="none" strike="noStrike" kern="1200" cap="none" spc="-100" normalizeH="0" baseline="0" noProof="0" dirty="0" smtClean="0">
              <a:ln>
                <a:noFill/>
              </a:ln>
              <a:solidFill>
                <a:schemeClr val="accent2">
                  <a:lumMod val="60000"/>
                  <a:lumOff val="40000"/>
                </a:schemeClr>
              </a:solidFill>
              <a:effectLst/>
              <a:uLnTx/>
              <a:uFillTx/>
              <a:latin typeface="+mj-lt"/>
              <a:ea typeface="+mj-ea"/>
              <a:cs typeface="+mj-cs"/>
            </a:endParaRPr>
          </a:p>
        </p:txBody>
      </p:sp>
      <p:pic>
        <p:nvPicPr>
          <p:cNvPr id="95235" name="Picture 11" descr="P1020108"/>
          <p:cNvPicPr>
            <a:picLocks noChangeAspect="1"/>
          </p:cNvPicPr>
          <p:nvPr>
            <p:ph sz="quarter" idx="1"/>
          </p:nvPr>
        </p:nvPicPr>
        <p:blipFill>
          <a:blip r:embed="rId1"/>
          <a:srcRect/>
          <a:stretch>
            <a:fillRect/>
          </a:stretch>
        </p:blipFill>
        <p:spPr>
          <a:xfrm>
            <a:off x="3810000" y="2708275"/>
            <a:ext cx="4953000" cy="2473325"/>
          </a:xfrm>
          <a:ln/>
        </p:spPr>
      </p:pic>
      <p:pic>
        <p:nvPicPr>
          <p:cNvPr id="95236" name="Picture 10" descr="P1020111"/>
          <p:cNvPicPr>
            <a:picLocks noChangeAspect="1"/>
          </p:cNvPicPr>
          <p:nvPr>
            <p:ph sz="quarter" idx="2"/>
          </p:nvPr>
        </p:nvPicPr>
        <p:blipFill>
          <a:blip r:embed="rId2"/>
          <a:srcRect/>
          <a:stretch>
            <a:fillRect/>
          </a:stretch>
        </p:blipFill>
        <p:spPr>
          <a:xfrm>
            <a:off x="685800" y="4648200"/>
            <a:ext cx="4114800" cy="1600200"/>
          </a:xfrm>
          <a:ln/>
        </p:spPr>
      </p:pic>
      <p:sp>
        <p:nvSpPr>
          <p:cNvPr id="95237" name="Rectangle 14"/>
          <p:cNvSpPr>
            <a:spLocks noGrp="1"/>
          </p:cNvSpPr>
          <p:nvPr>
            <p:ph type="body" sz="half" idx="3"/>
          </p:nvPr>
        </p:nvSpPr>
        <p:spPr>
          <a:xfrm>
            <a:off x="457200" y="1066800"/>
            <a:ext cx="8229600" cy="2874963"/>
          </a:xfrm>
          <a:ln/>
        </p:spPr>
        <p:txBody>
          <a:bodyPr vert="horz" wrap="square" lIns="91440" tIns="45720" rIns="91440" bIns="45720" anchor="t" anchorCtr="0"/>
          <a:p>
            <a:pPr eaLnBrk="1" hangingPunct="1">
              <a:buClr>
                <a:srgbClr val="FE94FE"/>
              </a:buClr>
              <a:buSzPct val="95000"/>
              <a:buFont typeface="Wingdings" panose="05000000000000000000" pitchFamily="2" charset="2"/>
            </a:pPr>
            <a:r>
              <a:rPr sz="3200" dirty="0">
                <a:solidFill>
                  <a:srgbClr val="FFFF00"/>
                </a:solidFill>
              </a:rPr>
              <a:t>Used to clamp small vessels or hold tissue</a:t>
            </a:r>
            <a:endParaRPr sz="3200" dirty="0">
              <a:solidFill>
                <a:srgbClr val="FFFF00"/>
              </a:solidFill>
            </a:endParaRPr>
          </a:p>
          <a:p>
            <a:pPr eaLnBrk="1" hangingPunct="1">
              <a:buClr>
                <a:srgbClr val="FE94FE"/>
              </a:buClr>
              <a:buSzPct val="95000"/>
              <a:buFont typeface="Wingdings" panose="05000000000000000000" pitchFamily="2" charset="2"/>
            </a:pPr>
            <a:r>
              <a:rPr sz="3200" dirty="0">
                <a:solidFill>
                  <a:srgbClr val="FFFF00"/>
                </a:solidFill>
              </a:rPr>
              <a:t>Jaws are partially serrated</a:t>
            </a:r>
            <a:endParaRPr sz="3200" dirty="0">
              <a:solidFill>
                <a:srgbClr val="FFFF00"/>
              </a:solidFill>
            </a:endParaRPr>
          </a:p>
          <a:p>
            <a:pPr eaLnBrk="1" hangingPunct="1">
              <a:buClr>
                <a:srgbClr val="FE94FE"/>
              </a:buClr>
              <a:buSzPct val="95000"/>
              <a:buFont typeface="Wingdings" panose="05000000000000000000" pitchFamily="2" charset="2"/>
            </a:pPr>
            <a:r>
              <a:rPr sz="3200" dirty="0">
                <a:solidFill>
                  <a:srgbClr val="FFFF00"/>
                </a:solidFill>
              </a:rPr>
              <a:t>Curved or straight</a:t>
            </a:r>
            <a:endParaRPr sz="3200" dirty="0">
              <a:solidFill>
                <a:srgbClr val="FFFF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5" fill="hold" grpId="0" nodeType="afterEffect">
                                  <p:stCondLst>
                                    <p:cond delay="0"/>
                                  </p:stCondLst>
                                  <p:childTnLst>
                                    <p:set>
                                      <p:cBhvr>
                                        <p:cTn id="6" dur="1" fill="hold">
                                          <p:stCondLst>
                                            <p:cond delay="0"/>
                                          </p:stCondLst>
                                        </p:cTn>
                                        <p:tgtEl>
                                          <p:spTgt spid="89092"/>
                                        </p:tgtEl>
                                        <p:attrNameLst>
                                          <p:attrName>style.visibility</p:attrName>
                                        </p:attrNameLst>
                                      </p:cBhvr>
                                      <p:to>
                                        <p:strVal val="visible"/>
                                      </p:to>
                                    </p:set>
                                    <p:animEffect transition="in" filter="checkerboard(down)">
                                      <p:cBhvr>
                                        <p:cTn id="7" dur="1000"/>
                                        <p:tgtEl>
                                          <p:spTgt spid="890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2"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40" name="Rectangle 4"/>
          <p:cNvSpPr>
            <a:spLocks noGrp="1" noChangeArrowheads="1"/>
          </p:cNvSpPr>
          <p:nvPr>
            <p:ph type="title"/>
          </p:nvPr>
        </p:nvSpPr>
        <p:spPr/>
        <p:txBody>
          <a:bodyPr vert="horz" anchor="t">
            <a:no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4000" b="0" i="0" u="none" strike="noStrike" kern="1200" cap="none" spc="-100" normalizeH="0" baseline="0" noProof="0" dirty="0" smtClean="0">
                <a:ln>
                  <a:noFill/>
                </a:ln>
                <a:solidFill>
                  <a:schemeClr val="accent2">
                    <a:lumMod val="60000"/>
                    <a:lumOff val="40000"/>
                  </a:schemeClr>
                </a:solidFill>
                <a:effectLst/>
                <a:uLnTx/>
                <a:uFillTx/>
                <a:latin typeface="+mj-lt"/>
                <a:ea typeface="+mj-ea"/>
                <a:cs typeface="+mj-cs"/>
              </a:rPr>
              <a:t>Needle Holder</a:t>
            </a:r>
            <a:endParaRPr kumimoji="0" lang="en-US" sz="4000" b="0" i="0" u="none" strike="noStrike" kern="1200" cap="none" spc="-100" normalizeH="0" baseline="0" noProof="0" dirty="0" smtClean="0">
              <a:ln>
                <a:noFill/>
              </a:ln>
              <a:solidFill>
                <a:schemeClr val="accent2">
                  <a:lumMod val="60000"/>
                  <a:lumOff val="40000"/>
                </a:schemeClr>
              </a:solidFill>
              <a:effectLst/>
              <a:uLnTx/>
              <a:uFillTx/>
              <a:latin typeface="+mj-lt"/>
              <a:ea typeface="+mj-ea"/>
              <a:cs typeface="+mj-cs"/>
            </a:endParaRPr>
          </a:p>
        </p:txBody>
      </p:sp>
      <p:sp>
        <p:nvSpPr>
          <p:cNvPr id="96259" name="Rectangle 10"/>
          <p:cNvSpPr>
            <a:spLocks noGrp="1"/>
          </p:cNvSpPr>
          <p:nvPr>
            <p:ph type="body" sz="half" idx="3"/>
          </p:nvPr>
        </p:nvSpPr>
        <p:spPr>
          <a:ln/>
        </p:spPr>
        <p:txBody>
          <a:bodyPr vert="horz" wrap="square" lIns="91440" tIns="45720" rIns="91440" bIns="45720" anchor="t" anchorCtr="0"/>
          <a:p>
            <a:pPr eaLnBrk="1" hangingPunct="1">
              <a:buClr>
                <a:srgbClr val="FE94FE"/>
              </a:buClr>
              <a:buSzPct val="95000"/>
              <a:buFont typeface="Wingdings" panose="05000000000000000000" pitchFamily="2" charset="2"/>
            </a:pPr>
            <a:r>
              <a:rPr sz="3600" dirty="0">
                <a:solidFill>
                  <a:srgbClr val="FFFF00"/>
                </a:solidFill>
              </a:rPr>
              <a:t>Used to hold and pass a suturing needle through tissue</a:t>
            </a:r>
            <a:endParaRPr sz="3600" dirty="0">
              <a:solidFill>
                <a:srgbClr val="FFFF00"/>
              </a:solidFill>
            </a:endParaRPr>
          </a:p>
          <a:p>
            <a:pPr eaLnBrk="1" hangingPunct="1">
              <a:buClr>
                <a:srgbClr val="FE94FE"/>
              </a:buClr>
              <a:buSzPct val="95000"/>
              <a:buFont typeface="Wingdings" panose="05000000000000000000" pitchFamily="2" charset="2"/>
            </a:pPr>
            <a:r>
              <a:rPr sz="3600" dirty="0">
                <a:solidFill>
                  <a:srgbClr val="FFFF00"/>
                </a:solidFill>
              </a:rPr>
              <a:t>Has groove to hold needle within jaws </a:t>
            </a:r>
            <a:endParaRPr sz="3600" dirty="0">
              <a:solidFill>
                <a:srgbClr val="FFFF00"/>
              </a:solidFill>
            </a:endParaRPr>
          </a:p>
        </p:txBody>
      </p:sp>
      <p:pic>
        <p:nvPicPr>
          <p:cNvPr id="96260" name="Picture 17" descr="P1020099"/>
          <p:cNvPicPr>
            <a:picLocks noChangeAspect="1"/>
          </p:cNvPicPr>
          <p:nvPr>
            <p:ph sz="quarter" idx="2"/>
          </p:nvPr>
        </p:nvPicPr>
        <p:blipFill>
          <a:blip r:embed="rId1"/>
          <a:srcRect/>
          <a:stretch>
            <a:fillRect/>
          </a:stretch>
        </p:blipFill>
        <p:spPr>
          <a:xfrm>
            <a:off x="4648200" y="1946275"/>
            <a:ext cx="4038600" cy="1497013"/>
          </a:xfrm>
          <a:ln/>
        </p:spPr>
      </p:pic>
      <p:pic>
        <p:nvPicPr>
          <p:cNvPr id="96261" name="Picture 19" descr="P1020093"/>
          <p:cNvPicPr>
            <a:picLocks noChangeAspect="1"/>
          </p:cNvPicPr>
          <p:nvPr>
            <p:ph sz="quarter" idx="1"/>
          </p:nvPr>
        </p:nvPicPr>
        <p:blipFill>
          <a:blip r:embed="rId2"/>
          <a:srcRect/>
          <a:stretch>
            <a:fillRect/>
          </a:stretch>
        </p:blipFill>
        <p:spPr>
          <a:xfrm>
            <a:off x="493713" y="1600200"/>
            <a:ext cx="3965575" cy="2189163"/>
          </a:xfrm>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1140"/>
                                        </p:tgtEl>
                                        <p:attrNameLst>
                                          <p:attrName>style.visibility</p:attrName>
                                        </p:attrNameLst>
                                      </p:cBhvr>
                                      <p:to>
                                        <p:strVal val="visible"/>
                                      </p:to>
                                    </p:set>
                                    <p:animEffect transition="in" filter="fade">
                                      <p:cBhvr>
                                        <p:cTn id="7" dur="2000"/>
                                        <p:tgtEl>
                                          <p:spTgt spid="911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40"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8" name="Rectangle 4"/>
          <p:cNvSpPr>
            <a:spLocks noGrp="1" noChangeArrowheads="1"/>
          </p:cNvSpPr>
          <p:nvPr>
            <p:ph type="title"/>
          </p:nvPr>
        </p:nvSpPr>
        <p:spPr/>
        <p:txBody>
          <a:bodyPr vert="horz" anchor="t">
            <a:no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4000" b="0" i="0" u="none" strike="noStrike" kern="1200" cap="none" spc="-100" normalizeH="0" baseline="0" noProof="0" dirty="0" smtClean="0">
                <a:ln>
                  <a:noFill/>
                </a:ln>
                <a:solidFill>
                  <a:schemeClr val="accent2">
                    <a:lumMod val="60000"/>
                    <a:lumOff val="40000"/>
                  </a:schemeClr>
                </a:solidFill>
                <a:effectLst/>
                <a:uLnTx/>
                <a:uFillTx/>
                <a:latin typeface="+mj-lt"/>
                <a:ea typeface="+mj-ea"/>
                <a:cs typeface="+mj-cs"/>
              </a:rPr>
              <a:t>Towel Clamp</a:t>
            </a:r>
            <a:endParaRPr kumimoji="0" lang="en-US" sz="4000" b="0" i="0" u="none" strike="noStrike" kern="1200" cap="none" spc="-100" normalizeH="0" baseline="0" noProof="0" dirty="0" smtClean="0">
              <a:ln>
                <a:noFill/>
              </a:ln>
              <a:solidFill>
                <a:schemeClr val="accent2">
                  <a:lumMod val="60000"/>
                  <a:lumOff val="40000"/>
                </a:schemeClr>
              </a:solidFill>
              <a:effectLst/>
              <a:uLnTx/>
              <a:uFillTx/>
              <a:latin typeface="+mj-lt"/>
              <a:ea typeface="+mj-ea"/>
              <a:cs typeface="+mj-cs"/>
            </a:endParaRPr>
          </a:p>
        </p:txBody>
      </p:sp>
      <p:pic>
        <p:nvPicPr>
          <p:cNvPr id="97283" name="Picture 8" descr="P1020207"/>
          <p:cNvPicPr>
            <a:picLocks noChangeAspect="1"/>
          </p:cNvPicPr>
          <p:nvPr>
            <p:ph sz="half" idx="1"/>
          </p:nvPr>
        </p:nvPicPr>
        <p:blipFill>
          <a:blip r:embed="rId1"/>
          <a:srcRect/>
          <a:stretch>
            <a:fillRect/>
          </a:stretch>
        </p:blipFill>
        <p:spPr>
          <a:xfrm>
            <a:off x="2797175" y="1600200"/>
            <a:ext cx="3375025" cy="2189163"/>
          </a:xfrm>
          <a:ln/>
        </p:spPr>
      </p:pic>
      <p:sp>
        <p:nvSpPr>
          <p:cNvPr id="97284" name="Rectangle 10"/>
          <p:cNvSpPr>
            <a:spLocks noGrp="1"/>
          </p:cNvSpPr>
          <p:nvPr>
            <p:ph type="body" sz="half" idx="2"/>
          </p:nvPr>
        </p:nvSpPr>
        <p:spPr>
          <a:ln/>
        </p:spPr>
        <p:txBody>
          <a:bodyPr vert="horz" wrap="square" lIns="91440" tIns="45720" rIns="91440" bIns="45720" anchor="t" anchorCtr="0"/>
          <a:p>
            <a:pPr eaLnBrk="1" hangingPunct="1">
              <a:buClr>
                <a:srgbClr val="FE94FE"/>
              </a:buClr>
              <a:buSzPct val="95000"/>
              <a:buFont typeface="Wingdings" panose="05000000000000000000" pitchFamily="2" charset="2"/>
            </a:pPr>
            <a:r>
              <a:rPr sz="3600" dirty="0">
                <a:solidFill>
                  <a:srgbClr val="FFFF00"/>
                </a:solidFill>
              </a:rPr>
              <a:t>Adds weight to drapes and towels to ensure they stay in place</a:t>
            </a:r>
            <a:endParaRPr sz="3600" dirty="0">
              <a:solidFill>
                <a:srgbClr val="FFFF00"/>
              </a:solidFill>
            </a:endParaRPr>
          </a:p>
          <a:p>
            <a:pPr eaLnBrk="1" hangingPunct="1">
              <a:buClr>
                <a:srgbClr val="FE94FE"/>
              </a:buClr>
              <a:buSzPct val="95000"/>
              <a:buFont typeface="Wingdings" panose="05000000000000000000" pitchFamily="2" charset="2"/>
            </a:pPr>
            <a:r>
              <a:rPr sz="3600" dirty="0">
                <a:solidFill>
                  <a:srgbClr val="FFFF00"/>
                </a:solidFill>
              </a:rPr>
              <a:t>Allow exposure of the operative site</a:t>
            </a:r>
            <a:endParaRPr sz="3600" dirty="0">
              <a:solidFill>
                <a:srgbClr val="FFFF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afterEffect">
                                  <p:stCondLst>
                                    <p:cond delay="0"/>
                                  </p:stCondLst>
                                  <p:childTnLst>
                                    <p:set>
                                      <p:cBhvr>
                                        <p:cTn id="6" dur="1" fill="hold">
                                          <p:stCondLst>
                                            <p:cond delay="0"/>
                                          </p:stCondLst>
                                        </p:cTn>
                                        <p:tgtEl>
                                          <p:spTgt spid="93188"/>
                                        </p:tgtEl>
                                        <p:attrNameLst>
                                          <p:attrName>style.visibility</p:attrName>
                                        </p:attrNameLst>
                                      </p:cBhvr>
                                      <p:to>
                                        <p:strVal val="visible"/>
                                      </p:to>
                                    </p:set>
                                    <p:anim calcmode="lin" valueType="num">
                                      <p:cBhvr>
                                        <p:cTn id="7" dur="1000" fill="hold"/>
                                        <p:tgtEl>
                                          <p:spTgt spid="93188"/>
                                        </p:tgtEl>
                                        <p:attrNameLst>
                                          <p:attrName>ppt_x</p:attrName>
                                        </p:attrNameLst>
                                      </p:cBhvr>
                                      <p:tavLst>
                                        <p:tav tm="0">
                                          <p:val>
                                            <p:strVal val="#ppt_x-.2"/>
                                          </p:val>
                                        </p:tav>
                                        <p:tav tm="100000">
                                          <p:val>
                                            <p:strVal val="#ppt_x"/>
                                          </p:val>
                                        </p:tav>
                                      </p:tavLst>
                                    </p:anim>
                                    <p:anim calcmode="lin" valueType="num">
                                      <p:cBhvr>
                                        <p:cTn id="8" dur="1000" fill="hold"/>
                                        <p:tgtEl>
                                          <p:spTgt spid="93188"/>
                                        </p:tgtEl>
                                        <p:attrNameLst>
                                          <p:attrName>ppt_y</p:attrName>
                                        </p:attrNameLst>
                                      </p:cBhvr>
                                      <p:tavLst>
                                        <p:tav tm="0">
                                          <p:val>
                                            <p:strVal val="#ppt_y"/>
                                          </p:val>
                                        </p:tav>
                                        <p:tav tm="100000">
                                          <p:val>
                                            <p:strVal val="#ppt_y"/>
                                          </p:val>
                                        </p:tav>
                                      </p:tavLst>
                                    </p:anim>
                                    <p:animEffect transition="in" filter="wipe(right)" prLst="gradientSize: 0.1">
                                      <p:cBhvr>
                                        <p:cTn id="9" dur="1000"/>
                                        <p:tgtEl>
                                          <p:spTgt spid="931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8"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Rectangle 2"/>
          <p:cNvSpPr>
            <a:spLocks noGrp="1" noChangeArrowheads="1"/>
          </p:cNvSpPr>
          <p:nvPr>
            <p:ph type="title"/>
          </p:nvPr>
        </p:nvSpPr>
        <p:spPr>
          <a:xfrm>
            <a:off x="457200" y="304800"/>
            <a:ext cx="8229600" cy="1139825"/>
          </a:xfrm>
        </p:spPr>
        <p:txBody>
          <a:bodyPr vert="horz" anchor="t">
            <a:no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4000" b="0" i="0" u="none" strike="noStrike" kern="1200" cap="none" spc="-100" normalizeH="0" baseline="0" noProof="0" dirty="0" smtClean="0">
                <a:ln>
                  <a:noFill/>
                </a:ln>
                <a:solidFill>
                  <a:schemeClr val="accent2">
                    <a:lumMod val="60000"/>
                    <a:lumOff val="40000"/>
                  </a:schemeClr>
                </a:solidFill>
                <a:effectLst/>
                <a:uLnTx/>
                <a:uFillTx/>
                <a:latin typeface="+mj-lt"/>
                <a:ea typeface="+mj-ea"/>
                <a:cs typeface="+mj-cs"/>
              </a:rPr>
              <a:t>Skin Hook</a:t>
            </a:r>
            <a:endParaRPr kumimoji="0" lang="en-US" sz="4000" b="0" i="0" u="none" strike="noStrike" kern="1200" cap="none" spc="-100" normalizeH="0" baseline="0" noProof="0" dirty="0" smtClean="0">
              <a:ln>
                <a:noFill/>
              </a:ln>
              <a:solidFill>
                <a:schemeClr val="accent2">
                  <a:lumMod val="60000"/>
                  <a:lumOff val="40000"/>
                </a:schemeClr>
              </a:solidFill>
              <a:effectLst/>
              <a:uLnTx/>
              <a:uFillTx/>
              <a:latin typeface="+mj-lt"/>
              <a:ea typeface="+mj-ea"/>
              <a:cs typeface="+mj-cs"/>
            </a:endParaRPr>
          </a:p>
        </p:txBody>
      </p:sp>
      <p:sp>
        <p:nvSpPr>
          <p:cNvPr id="98307" name="Rectangle 4"/>
          <p:cNvSpPr>
            <a:spLocks noGrp="1"/>
          </p:cNvSpPr>
          <p:nvPr>
            <p:ph type="body" sz="half" idx="1"/>
          </p:nvPr>
        </p:nvSpPr>
        <p:spPr>
          <a:xfrm>
            <a:off x="457200" y="1219200"/>
            <a:ext cx="8229600" cy="2570163"/>
          </a:xfrm>
          <a:ln/>
        </p:spPr>
        <p:txBody>
          <a:bodyPr vert="horz" wrap="square" lIns="91440" tIns="45720" rIns="91440" bIns="45720" anchor="t" anchorCtr="0"/>
          <a:p>
            <a:pPr eaLnBrk="1" hangingPunct="1">
              <a:buClr>
                <a:srgbClr val="FE94FE"/>
              </a:buClr>
              <a:buSzPct val="95000"/>
              <a:buFont typeface="Wingdings" panose="05000000000000000000" pitchFamily="2" charset="2"/>
            </a:pPr>
            <a:r>
              <a:rPr sz="3200" dirty="0">
                <a:solidFill>
                  <a:srgbClr val="FFFF00"/>
                </a:solidFill>
              </a:rPr>
              <a:t>Flat end is a blunt retractor</a:t>
            </a:r>
            <a:endParaRPr sz="3200" dirty="0">
              <a:solidFill>
                <a:srgbClr val="FFFF00"/>
              </a:solidFill>
            </a:endParaRPr>
          </a:p>
          <a:p>
            <a:pPr eaLnBrk="1" hangingPunct="1">
              <a:buClr>
                <a:srgbClr val="FE94FE"/>
              </a:buClr>
              <a:buSzPct val="95000"/>
              <a:buFont typeface="Wingdings" panose="05000000000000000000" pitchFamily="2" charset="2"/>
            </a:pPr>
            <a:r>
              <a:rPr sz="3200" dirty="0">
                <a:solidFill>
                  <a:srgbClr val="FFFF00"/>
                </a:solidFill>
              </a:rPr>
              <a:t>Three-prong end may be sharp to dull</a:t>
            </a:r>
            <a:endParaRPr sz="3200" dirty="0">
              <a:solidFill>
                <a:srgbClr val="FFFF00"/>
              </a:solidFill>
            </a:endParaRPr>
          </a:p>
          <a:p>
            <a:pPr eaLnBrk="1" hangingPunct="1">
              <a:buClr>
                <a:srgbClr val="FE94FE"/>
              </a:buClr>
              <a:buSzPct val="95000"/>
              <a:buFont typeface="Wingdings" panose="05000000000000000000" pitchFamily="2" charset="2"/>
            </a:pPr>
            <a:r>
              <a:rPr sz="3200" dirty="0">
                <a:solidFill>
                  <a:srgbClr val="FFFF00"/>
                </a:solidFill>
              </a:rPr>
              <a:t>Used to retract small incisions or secure a skin edge for suturing</a:t>
            </a:r>
            <a:endParaRPr sz="3200" dirty="0">
              <a:solidFill>
                <a:srgbClr val="FFFF00"/>
              </a:solidFill>
            </a:endParaRPr>
          </a:p>
        </p:txBody>
      </p:sp>
      <p:pic>
        <p:nvPicPr>
          <p:cNvPr id="98308" name="Picture 6" descr="0918092016"/>
          <p:cNvPicPr>
            <a:picLocks noChangeAspect="1"/>
          </p:cNvPicPr>
          <p:nvPr>
            <p:ph sz="half" idx="2"/>
          </p:nvPr>
        </p:nvPicPr>
        <p:blipFill>
          <a:blip r:embed="rId1"/>
          <a:srcRect/>
          <a:stretch>
            <a:fillRect/>
          </a:stretch>
        </p:blipFill>
        <p:spPr>
          <a:xfrm>
            <a:off x="1524000" y="3657600"/>
            <a:ext cx="5943600" cy="2493963"/>
          </a:xfrm>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10242"/>
                                        </p:tgtEl>
                                        <p:attrNameLst>
                                          <p:attrName>style.visibility</p:attrName>
                                        </p:attrNameLst>
                                      </p:cBhvr>
                                      <p:to>
                                        <p:strVal val="visible"/>
                                      </p:to>
                                    </p:set>
                                    <p:anim calcmode="lin" valueType="num">
                                      <p:cBhvr>
                                        <p:cTn id="7" dur="500" fill="hold"/>
                                        <p:tgtEl>
                                          <p:spTgt spid="10242"/>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0242"/>
                                        </p:tgtEl>
                                        <p:attrNameLst>
                                          <p:attrName>ppt_y</p:attrName>
                                        </p:attrNameLst>
                                      </p:cBhvr>
                                      <p:tavLst>
                                        <p:tav tm="0">
                                          <p:val>
                                            <p:strVal val="#ppt_y"/>
                                          </p:val>
                                        </p:tav>
                                        <p:tav tm="100000">
                                          <p:val>
                                            <p:strVal val="#ppt_y"/>
                                          </p:val>
                                        </p:tav>
                                      </p:tavLst>
                                    </p:anim>
                                    <p:anim calcmode="lin" valueType="num">
                                      <p:cBhvr>
                                        <p:cTn id="9" dur="500" fill="hold"/>
                                        <p:tgtEl>
                                          <p:spTgt spid="10242"/>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0242"/>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02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2"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6" name="Rectangle 4"/>
          <p:cNvSpPr>
            <a:spLocks noGrp="1" noChangeArrowheads="1"/>
          </p:cNvSpPr>
          <p:nvPr>
            <p:ph type="title"/>
          </p:nvPr>
        </p:nvSpPr>
        <p:spPr/>
        <p:txBody>
          <a:bodyPr vert="horz" anchor="t">
            <a:no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4000" b="0" i="0" u="none" strike="noStrike" kern="1200" cap="none" spc="-100" normalizeH="0" baseline="0" noProof="0" dirty="0" smtClean="0">
                <a:ln>
                  <a:noFill/>
                </a:ln>
                <a:solidFill>
                  <a:schemeClr val="accent2">
                    <a:lumMod val="60000"/>
                    <a:lumOff val="40000"/>
                  </a:schemeClr>
                </a:solidFill>
                <a:effectLst/>
                <a:uLnTx/>
                <a:uFillTx/>
                <a:latin typeface="+mj-lt"/>
                <a:ea typeface="+mj-ea"/>
                <a:cs typeface="+mj-cs"/>
              </a:rPr>
              <a:t>Iris Suture Scissors</a:t>
            </a:r>
            <a:endParaRPr kumimoji="0" lang="en-US" sz="4000" b="0" i="0" u="none" strike="noStrike" kern="1200" cap="none" spc="-100" normalizeH="0" baseline="0" noProof="0" dirty="0" smtClean="0">
              <a:ln>
                <a:noFill/>
              </a:ln>
              <a:solidFill>
                <a:schemeClr val="accent2">
                  <a:lumMod val="60000"/>
                  <a:lumOff val="40000"/>
                </a:schemeClr>
              </a:solidFill>
              <a:effectLst/>
              <a:uLnTx/>
              <a:uFillTx/>
              <a:latin typeface="+mj-lt"/>
              <a:ea typeface="+mj-ea"/>
              <a:cs typeface="+mj-cs"/>
            </a:endParaRPr>
          </a:p>
        </p:txBody>
      </p:sp>
      <p:sp>
        <p:nvSpPr>
          <p:cNvPr id="99331" name="Rectangle 5"/>
          <p:cNvSpPr>
            <a:spLocks noGrp="1"/>
          </p:cNvSpPr>
          <p:nvPr>
            <p:ph type="body" sz="half" idx="1"/>
          </p:nvPr>
        </p:nvSpPr>
        <p:spPr>
          <a:xfrm>
            <a:off x="457200" y="2590800"/>
            <a:ext cx="4038600" cy="2514600"/>
          </a:xfrm>
          <a:ln/>
        </p:spPr>
        <p:txBody>
          <a:bodyPr vert="horz" wrap="square" lIns="91440" tIns="45720" rIns="91440" bIns="45720" anchor="t" anchorCtr="0"/>
          <a:p>
            <a:pPr eaLnBrk="1" hangingPunct="1">
              <a:buClr>
                <a:srgbClr val="FE94FE"/>
              </a:buClr>
              <a:buSzPct val="95000"/>
              <a:buFont typeface="Wingdings" panose="05000000000000000000" pitchFamily="2" charset="2"/>
            </a:pPr>
            <a:r>
              <a:rPr sz="3600" dirty="0">
                <a:solidFill>
                  <a:srgbClr val="FFFF00"/>
                </a:solidFill>
              </a:rPr>
              <a:t>Used to remove sutures</a:t>
            </a:r>
            <a:endParaRPr sz="3600" dirty="0">
              <a:solidFill>
                <a:srgbClr val="FFFF00"/>
              </a:solidFill>
            </a:endParaRPr>
          </a:p>
          <a:p>
            <a:pPr eaLnBrk="1" hangingPunct="1">
              <a:buClr>
                <a:srgbClr val="FE94FE"/>
              </a:buClr>
              <a:buSzPct val="95000"/>
              <a:buFont typeface="Wingdings" panose="05000000000000000000" pitchFamily="2" charset="2"/>
            </a:pPr>
            <a:r>
              <a:rPr sz="3600" dirty="0">
                <a:solidFill>
                  <a:srgbClr val="FFFF00"/>
                </a:solidFill>
              </a:rPr>
              <a:t>Blade has beak or hook to slide under sutures</a:t>
            </a:r>
            <a:endParaRPr sz="3600" dirty="0">
              <a:solidFill>
                <a:srgbClr val="FFFF00"/>
              </a:solidFill>
            </a:endParaRPr>
          </a:p>
        </p:txBody>
      </p:sp>
      <p:pic>
        <p:nvPicPr>
          <p:cNvPr id="99332" name="Picture 7" descr="P1020174"/>
          <p:cNvPicPr>
            <a:picLocks noChangeAspect="1"/>
          </p:cNvPicPr>
          <p:nvPr>
            <p:ph sz="half" idx="2"/>
          </p:nvPr>
        </p:nvPicPr>
        <p:blipFill>
          <a:blip r:embed="rId1"/>
          <a:srcRect/>
          <a:stretch>
            <a:fillRect/>
          </a:stretch>
        </p:blipFill>
        <p:spPr>
          <a:xfrm>
            <a:off x="4892675" y="1600200"/>
            <a:ext cx="3548063" cy="4530725"/>
          </a:xfrm>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6" presetClass="emph" presetSubtype="0" fill="hold" grpId="0" nodeType="afterEffect">
                                  <p:stCondLst>
                                    <p:cond delay="0"/>
                                  </p:stCondLst>
                                  <p:iterate type="lt">
                                    <p:tmPct val="10000"/>
                                  </p:iterate>
                                  <p:childTnLst>
                                    <p:animScale>
                                      <p:cBhvr>
                                        <p:cTn id="6" dur="250" autoRev="1" fill="hold">
                                          <p:stCondLst>
                                            <p:cond delay="0"/>
                                          </p:stCondLst>
                                        </p:cTn>
                                        <p:tgtEl>
                                          <p:spTgt spid="13316"/>
                                        </p:tgtEl>
                                      </p:cBhvr>
                                      <p:to x="80000" y="100000"/>
                                    </p:animScale>
                                    <p:anim by="(#ppt_w*0.10)" calcmode="lin" valueType="num">
                                      <p:cBhvr>
                                        <p:cTn id="7" dur="250" autoRev="1" fill="hold">
                                          <p:stCondLst>
                                            <p:cond delay="0"/>
                                          </p:stCondLst>
                                        </p:cTn>
                                        <p:tgtEl>
                                          <p:spTgt spid="13316"/>
                                        </p:tgtEl>
                                        <p:attrNameLst>
                                          <p:attrName>ppt_x</p:attrName>
                                        </p:attrNameLst>
                                      </p:cBhvr>
                                    </p:anim>
                                    <p:anim by="(-#ppt_w*0.10)" calcmode="lin" valueType="num">
                                      <p:cBhvr>
                                        <p:cTn id="8" dur="250" autoRev="1" fill="hold">
                                          <p:stCondLst>
                                            <p:cond delay="0"/>
                                          </p:stCondLst>
                                        </p:cTn>
                                        <p:tgtEl>
                                          <p:spTgt spid="13316"/>
                                        </p:tgtEl>
                                        <p:attrNameLst>
                                          <p:attrName>ppt_y</p:attrName>
                                        </p:attrNameLst>
                                      </p:cBhvr>
                                    </p:anim>
                                    <p:animRot by="-480000">
                                      <p:cBhvr>
                                        <p:cTn id="9" dur="250" autoRev="1" fill="hold">
                                          <p:stCondLst>
                                            <p:cond delay="0"/>
                                          </p:stCondLst>
                                        </p:cTn>
                                        <p:tgtEl>
                                          <p:spTgt spid="13316"/>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6"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6" name="Rectangle 4"/>
          <p:cNvSpPr>
            <a:spLocks noGrp="1" noChangeArrowheads="1"/>
          </p:cNvSpPr>
          <p:nvPr>
            <p:ph type="title"/>
          </p:nvPr>
        </p:nvSpPr>
        <p:spPr/>
        <p:txBody>
          <a:bodyPr vert="horz" anchor="t">
            <a:no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4000" b="0" i="0" u="none" strike="noStrike" kern="1200" cap="none" spc="-100" normalizeH="0" baseline="0" noProof="0" dirty="0" smtClean="0">
                <a:ln>
                  <a:noFill/>
                </a:ln>
                <a:solidFill>
                  <a:schemeClr val="accent2">
                    <a:lumMod val="60000"/>
                    <a:lumOff val="40000"/>
                  </a:schemeClr>
                </a:solidFill>
                <a:effectLst/>
                <a:uLnTx/>
                <a:uFillTx/>
                <a:latin typeface="+mj-lt"/>
                <a:ea typeface="+mj-ea"/>
                <a:cs typeface="+mj-cs"/>
              </a:rPr>
              <a:t>Scalpel Holder</a:t>
            </a:r>
            <a:endParaRPr kumimoji="0" lang="en-US" sz="4000" b="0" i="0" u="none" strike="noStrike" kern="1200" cap="none" spc="-100" normalizeH="0" baseline="0" noProof="0" dirty="0" smtClean="0">
              <a:ln>
                <a:noFill/>
              </a:ln>
              <a:solidFill>
                <a:schemeClr val="accent2">
                  <a:lumMod val="60000"/>
                  <a:lumOff val="40000"/>
                </a:schemeClr>
              </a:solidFill>
              <a:effectLst/>
              <a:uLnTx/>
              <a:uFillTx/>
              <a:latin typeface="+mj-lt"/>
              <a:ea typeface="+mj-ea"/>
              <a:cs typeface="+mj-cs"/>
            </a:endParaRPr>
          </a:p>
        </p:txBody>
      </p:sp>
      <p:pic>
        <p:nvPicPr>
          <p:cNvPr id="100355" name="Picture 8" descr="P1020118"/>
          <p:cNvPicPr>
            <a:picLocks noChangeAspect="1"/>
          </p:cNvPicPr>
          <p:nvPr>
            <p:ph type="chart" sz="half" idx="1"/>
          </p:nvPr>
        </p:nvPicPr>
        <p:blipFill>
          <a:blip r:embed="rId1"/>
          <a:srcRect/>
          <a:stretch>
            <a:fillRect/>
          </a:stretch>
        </p:blipFill>
        <p:spPr>
          <a:xfrm>
            <a:off x="457200" y="2541588"/>
            <a:ext cx="4038600" cy="2647950"/>
          </a:xfrm>
          <a:ln/>
        </p:spPr>
      </p:pic>
      <p:sp>
        <p:nvSpPr>
          <p:cNvPr id="100356" name="Rectangle 11"/>
          <p:cNvSpPr>
            <a:spLocks noGrp="1"/>
          </p:cNvSpPr>
          <p:nvPr>
            <p:ph type="body" sz="half" idx="2"/>
          </p:nvPr>
        </p:nvSpPr>
        <p:spPr>
          <a:xfrm>
            <a:off x="4648200" y="2057400"/>
            <a:ext cx="4038600" cy="1524000"/>
          </a:xfrm>
          <a:ln/>
        </p:spPr>
        <p:txBody>
          <a:bodyPr vert="horz" wrap="square" lIns="91440" tIns="45720" rIns="91440" bIns="45720" anchor="t" anchorCtr="0"/>
          <a:p>
            <a:pPr eaLnBrk="1" hangingPunct="1">
              <a:buClr>
                <a:srgbClr val="FE94FE"/>
              </a:buClr>
              <a:buSzPct val="95000"/>
              <a:buFont typeface="Wingdings" panose="05000000000000000000" pitchFamily="2" charset="2"/>
            </a:pPr>
            <a:r>
              <a:rPr sz="3600" dirty="0">
                <a:solidFill>
                  <a:srgbClr val="FFFF00"/>
                </a:solidFill>
              </a:rPr>
              <a:t>Holds scalpel blade</a:t>
            </a:r>
            <a:endParaRPr sz="3600" dirty="0">
              <a:solidFill>
                <a:srgbClr val="FFFF00"/>
              </a:solidFill>
            </a:endParaRPr>
          </a:p>
          <a:p>
            <a:pPr eaLnBrk="1" hangingPunct="1">
              <a:buClr>
                <a:srgbClr val="FE94FE"/>
              </a:buClr>
              <a:buSzPct val="95000"/>
              <a:buFont typeface="Wingdings" panose="05000000000000000000" pitchFamily="2" charset="2"/>
            </a:pPr>
            <a:r>
              <a:rPr sz="3600" dirty="0">
                <a:solidFill>
                  <a:srgbClr val="FFFF00"/>
                </a:solidFill>
              </a:rPr>
              <a:t>Acts as a handle</a:t>
            </a:r>
            <a:endParaRPr sz="3600" dirty="0">
              <a:solidFill>
                <a:srgbClr val="FFFF00"/>
              </a:solidFill>
            </a:endParaRPr>
          </a:p>
        </p:txBody>
      </p:sp>
      <p:pic>
        <p:nvPicPr>
          <p:cNvPr id="100357" name="Picture 9" descr="P1020122"/>
          <p:cNvPicPr>
            <a:picLocks noChangeAspect="1"/>
          </p:cNvPicPr>
          <p:nvPr>
            <p:ph sz="quarter" idx="1"/>
          </p:nvPr>
        </p:nvPicPr>
        <p:blipFill>
          <a:blip r:embed="rId2"/>
          <a:srcRect/>
          <a:stretch>
            <a:fillRect/>
          </a:stretch>
        </p:blipFill>
        <p:spPr>
          <a:xfrm>
            <a:off x="5029200" y="4191000"/>
            <a:ext cx="3200400" cy="1779588"/>
          </a:xfrm>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4" presetClass="emph" presetSubtype="0" fill="hold" grpId="0" nodeType="afterEffect">
                                  <p:stCondLst>
                                    <p:cond delay="0"/>
                                  </p:stCondLst>
                                  <p:iterate type="lt">
                                    <p:tmPct val="10000"/>
                                  </p:iterate>
                                  <p:childTnLst>
                                    <p:animMotion origin="layout" path="M 0.0 0.0 L 0.0 -0.07213" pathEditMode="relative">
                                      <p:cBhvr>
                                        <p:cTn id="6" dur="250" accel="50000" decel="50000" autoRev="1" fill="hold">
                                          <p:stCondLst>
                                            <p:cond delay="0"/>
                                          </p:stCondLst>
                                        </p:cTn>
                                        <p:tgtEl>
                                          <p:spTgt spid="3076"/>
                                        </p:tgtEl>
                                        <p:attrNameLst>
                                          <p:attrName>ppt_x</p:attrName>
                                          <p:attrName>ppt_y</p:attrName>
                                        </p:attrNameLst>
                                      </p:cBhvr>
                                    </p:animMotion>
                                    <p:animRot by="1500000">
                                      <p:cBhvr>
                                        <p:cTn id="7" dur="125" fill="hold">
                                          <p:stCondLst>
                                            <p:cond delay="0"/>
                                          </p:stCondLst>
                                        </p:cTn>
                                        <p:tgtEl>
                                          <p:spTgt spid="3076"/>
                                        </p:tgtEl>
                                        <p:attrNameLst>
                                          <p:attrName>r</p:attrName>
                                        </p:attrNameLst>
                                      </p:cBhvr>
                                    </p:animRot>
                                    <p:animRot by="-1500000">
                                      <p:cBhvr>
                                        <p:cTn id="8" dur="125" fill="hold">
                                          <p:stCondLst>
                                            <p:cond delay="125"/>
                                          </p:stCondLst>
                                        </p:cTn>
                                        <p:tgtEl>
                                          <p:spTgt spid="3076"/>
                                        </p:tgtEl>
                                        <p:attrNameLst>
                                          <p:attrName>r</p:attrName>
                                        </p:attrNameLst>
                                      </p:cBhvr>
                                    </p:animRot>
                                    <p:animRot by="-1500000">
                                      <p:cBhvr>
                                        <p:cTn id="9" dur="125" fill="hold">
                                          <p:stCondLst>
                                            <p:cond delay="250"/>
                                          </p:stCondLst>
                                        </p:cTn>
                                        <p:tgtEl>
                                          <p:spTgt spid="3076"/>
                                        </p:tgtEl>
                                        <p:attrNameLst>
                                          <p:attrName>r</p:attrName>
                                        </p:attrNameLst>
                                      </p:cBhvr>
                                    </p:animRot>
                                    <p:animRot by="1500000">
                                      <p:cBhvr>
                                        <p:cTn id="10" dur="125" fill="hold">
                                          <p:stCondLst>
                                            <p:cond delay="375"/>
                                          </p:stCondLst>
                                        </p:cTn>
                                        <p:tgtEl>
                                          <p:spTgt spid="3076"/>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6"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8" name="Rectangle 4"/>
          <p:cNvSpPr>
            <a:spLocks noGrp="1" noChangeArrowheads="1"/>
          </p:cNvSpPr>
          <p:nvPr>
            <p:ph type="title"/>
          </p:nvPr>
        </p:nvSpPr>
        <p:spPr/>
        <p:txBody>
          <a:bodyPr vert="horz" anchor="t">
            <a:no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4000" b="0" i="0" u="none" strike="noStrike" kern="1200" cap="none" spc="-100" normalizeH="0" baseline="0" noProof="0" dirty="0" smtClean="0">
                <a:ln>
                  <a:noFill/>
                </a:ln>
                <a:solidFill>
                  <a:schemeClr val="accent2">
                    <a:lumMod val="60000"/>
                    <a:lumOff val="40000"/>
                  </a:schemeClr>
                </a:solidFill>
                <a:effectLst/>
                <a:uLnTx/>
                <a:uFillTx/>
                <a:latin typeface="+mj-lt"/>
                <a:ea typeface="+mj-ea"/>
                <a:cs typeface="+mj-cs"/>
              </a:rPr>
              <a:t>Lister Bandage Scissors</a:t>
            </a:r>
            <a:endParaRPr kumimoji="0" lang="en-US" sz="4000" b="0" i="0" u="none" strike="noStrike" kern="1200" cap="none" spc="-100" normalizeH="0" baseline="0" noProof="0" dirty="0" smtClean="0">
              <a:ln>
                <a:noFill/>
              </a:ln>
              <a:solidFill>
                <a:schemeClr val="accent2">
                  <a:lumMod val="60000"/>
                  <a:lumOff val="40000"/>
                </a:schemeClr>
              </a:solidFill>
              <a:effectLst/>
              <a:uLnTx/>
              <a:uFillTx/>
              <a:latin typeface="+mj-lt"/>
              <a:ea typeface="+mj-ea"/>
              <a:cs typeface="+mj-cs"/>
            </a:endParaRPr>
          </a:p>
        </p:txBody>
      </p:sp>
      <p:pic>
        <p:nvPicPr>
          <p:cNvPr id="101379" name="Picture 7" descr="P1020198"/>
          <p:cNvPicPr>
            <a:picLocks noChangeAspect="1"/>
          </p:cNvPicPr>
          <p:nvPr>
            <p:ph sz="half" idx="1"/>
          </p:nvPr>
        </p:nvPicPr>
        <p:blipFill>
          <a:blip r:embed="rId1"/>
          <a:srcRect/>
          <a:stretch>
            <a:fillRect/>
          </a:stretch>
        </p:blipFill>
        <p:spPr>
          <a:xfrm>
            <a:off x="1384300" y="1600200"/>
            <a:ext cx="6373813" cy="2189163"/>
          </a:xfrm>
          <a:ln/>
        </p:spPr>
      </p:pic>
      <p:sp>
        <p:nvSpPr>
          <p:cNvPr id="101380" name="Rectangle 6"/>
          <p:cNvSpPr>
            <a:spLocks noGrp="1"/>
          </p:cNvSpPr>
          <p:nvPr>
            <p:ph type="body" sz="half" idx="2"/>
          </p:nvPr>
        </p:nvSpPr>
        <p:spPr>
          <a:ln/>
        </p:spPr>
        <p:txBody>
          <a:bodyPr vert="horz" wrap="square" lIns="91440" tIns="45720" rIns="91440" bIns="45720" anchor="t" anchorCtr="0"/>
          <a:p>
            <a:pPr eaLnBrk="1" hangingPunct="1">
              <a:buClr>
                <a:srgbClr val="FE94FE"/>
              </a:buClr>
              <a:buSzPct val="95000"/>
              <a:buFont typeface="Wingdings" panose="05000000000000000000" pitchFamily="2" charset="2"/>
            </a:pPr>
            <a:r>
              <a:rPr sz="3600" dirty="0">
                <a:solidFill>
                  <a:srgbClr val="FFFF00"/>
                </a:solidFill>
              </a:rPr>
              <a:t>Used to remove bandages and dressings</a:t>
            </a:r>
            <a:endParaRPr sz="3600" dirty="0">
              <a:solidFill>
                <a:srgbClr val="FFFF00"/>
              </a:solidFill>
            </a:endParaRPr>
          </a:p>
          <a:p>
            <a:pPr eaLnBrk="1" hangingPunct="1">
              <a:buClr>
                <a:srgbClr val="FE94FE"/>
              </a:buClr>
              <a:buSzPct val="95000"/>
              <a:buFont typeface="Wingdings" panose="05000000000000000000" pitchFamily="2" charset="2"/>
            </a:pPr>
            <a:r>
              <a:rPr sz="3600" dirty="0">
                <a:solidFill>
                  <a:srgbClr val="FFFF00"/>
                </a:solidFill>
              </a:rPr>
              <a:t>Probe tip is blunt; inserted under bandages with relative safety</a:t>
            </a:r>
            <a:endParaRPr sz="3600" dirty="0">
              <a:solidFill>
                <a:srgbClr val="FFFF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afterEffect">
                                  <p:stCondLst>
                                    <p:cond delay="0"/>
                                  </p:stCondLst>
                                  <p:childTnLst>
                                    <p:set>
                                      <p:cBhvr>
                                        <p:cTn id="6" dur="1" fill="hold">
                                          <p:stCondLst>
                                            <p:cond delay="0"/>
                                          </p:stCondLst>
                                        </p:cTn>
                                        <p:tgtEl>
                                          <p:spTgt spid="11268"/>
                                        </p:tgtEl>
                                        <p:attrNameLst>
                                          <p:attrName>style.visibility</p:attrName>
                                        </p:attrNameLst>
                                      </p:cBhvr>
                                      <p:to>
                                        <p:strVal val="visible"/>
                                      </p:to>
                                    </p:set>
                                    <p:animEffect transition="in" filter="wipe(down)">
                                      <p:cBhvr>
                                        <p:cTn id="7" dur="290">
                                          <p:stCondLst>
                                            <p:cond delay="0"/>
                                          </p:stCondLst>
                                        </p:cTn>
                                        <p:tgtEl>
                                          <p:spTgt spid="11268"/>
                                        </p:tgtEl>
                                      </p:cBhvr>
                                    </p:animEffect>
                                    <p:anim calcmode="lin" valueType="num">
                                      <p:cBhvr>
                                        <p:cTn id="8" dur="911" tmFilter="0,0; 0.14,0.36; 0.43,0.73; 0.71,0.91; 1.0,1.0">
                                          <p:stCondLst>
                                            <p:cond delay="0"/>
                                          </p:stCondLst>
                                        </p:cTn>
                                        <p:tgtEl>
                                          <p:spTgt spid="11268"/>
                                        </p:tgtEl>
                                        <p:attrNameLst>
                                          <p:attrName>ppt_x</p:attrName>
                                        </p:attrNameLst>
                                      </p:cBhvr>
                                      <p:tavLst>
                                        <p:tav tm="0">
                                          <p:val>
                                            <p:strVal val="#ppt_x-0.25"/>
                                          </p:val>
                                        </p:tav>
                                        <p:tav tm="100000">
                                          <p:val>
                                            <p:strVal val="#ppt_x"/>
                                          </p:val>
                                        </p:tav>
                                      </p:tavLst>
                                    </p:anim>
                                    <p:anim calcmode="lin" valueType="num">
                                      <p:cBhvr>
                                        <p:cTn id="9" dur="332" tmFilter="0.0,0.0; 0.25,0.07; 0.50,0.2; 0.75,0.467; 1.0,1.0">
                                          <p:stCondLst>
                                            <p:cond delay="0"/>
                                          </p:stCondLst>
                                        </p:cTn>
                                        <p:tgtEl>
                                          <p:spTgt spid="11268"/>
                                        </p:tgtEl>
                                        <p:attrNameLst>
                                          <p:attrName>ppt_y</p:attrName>
                                        </p:attrNameLst>
                                      </p:cBhvr>
                                      <p:tavLst>
                                        <p:tav tm="0" fmla="#ppt_y-sin(pi*$)/3">
                                          <p:val>
                                            <p:fltVal val="0.500000"/>
                                          </p:val>
                                        </p:tav>
                                        <p:tav tm="100000">
                                          <p:val>
                                            <p:fltVal val="1.000000"/>
                                          </p:val>
                                        </p:tav>
                                      </p:tavLst>
                                    </p:anim>
                                    <p:anim calcmode="lin" valueType="num">
                                      <p:cBhvr>
                                        <p:cTn id="10" dur="332" tmFilter="0, 0; 0.125,0.2665; 0.25,0.4; 0.375,0.465; 0.5,0.5;  0.625,0.535; 0.75,0.6; 0.875,0.7335; 1,1">
                                          <p:stCondLst>
                                            <p:cond delay="332"/>
                                          </p:stCondLst>
                                        </p:cTn>
                                        <p:tgtEl>
                                          <p:spTgt spid="11268"/>
                                        </p:tgtEl>
                                        <p:attrNameLst>
                                          <p:attrName>ppt_y</p:attrName>
                                        </p:attrNameLst>
                                      </p:cBhvr>
                                      <p:tavLst>
                                        <p:tav tm="0" fmla="#ppt_y-sin(pi*$)/9">
                                          <p:val>
                                            <p:fltVal val="0.000000"/>
                                          </p:val>
                                        </p:tav>
                                        <p:tav tm="100000">
                                          <p:val>
                                            <p:fltVal val="1.000000"/>
                                          </p:val>
                                        </p:tav>
                                      </p:tavLst>
                                    </p:anim>
                                    <p:anim calcmode="lin" valueType="num">
                                      <p:cBhvr>
                                        <p:cTn id="11" dur="166" tmFilter="0, 0; 0.125,0.2665; 0.25,0.4; 0.375,0.465; 0.5,0.5;  0.625,0.535; 0.75,0.6; 0.875,0.7335; 1,1">
                                          <p:stCondLst>
                                            <p:cond delay="662"/>
                                          </p:stCondLst>
                                        </p:cTn>
                                        <p:tgtEl>
                                          <p:spTgt spid="11268"/>
                                        </p:tgtEl>
                                        <p:attrNameLst>
                                          <p:attrName>ppt_y</p:attrName>
                                        </p:attrNameLst>
                                      </p:cBhvr>
                                      <p:tavLst>
                                        <p:tav tm="0" fmla="#ppt_y-sin(pi*$)/27">
                                          <p:val>
                                            <p:fltVal val="0.000000"/>
                                          </p:val>
                                        </p:tav>
                                        <p:tav tm="100000">
                                          <p:val>
                                            <p:fltVal val="1.000000"/>
                                          </p:val>
                                        </p:tav>
                                      </p:tavLst>
                                    </p:anim>
                                    <p:anim calcmode="lin" valueType="num">
                                      <p:cBhvr>
                                        <p:cTn id="12" dur="82" tmFilter="0, 0; 0.125,0.2665; 0.25,0.4; 0.375,0.465; 0.5,0.5;  0.625,0.535; 0.75,0.6; 0.875,0.7335; 1,1">
                                          <p:stCondLst>
                                            <p:cond delay="828"/>
                                          </p:stCondLst>
                                        </p:cTn>
                                        <p:tgtEl>
                                          <p:spTgt spid="11268"/>
                                        </p:tgtEl>
                                        <p:attrNameLst>
                                          <p:attrName>ppt_y</p:attrName>
                                        </p:attrNameLst>
                                      </p:cBhvr>
                                      <p:tavLst>
                                        <p:tav tm="0" fmla="#ppt_y-sin(pi*$)/81">
                                          <p:val>
                                            <p:fltVal val="0.000000"/>
                                          </p:val>
                                        </p:tav>
                                        <p:tav tm="100000">
                                          <p:val>
                                            <p:fltVal val="1.000000"/>
                                          </p:val>
                                        </p:tav>
                                      </p:tavLst>
                                    </p:anim>
                                    <p:animScale>
                                      <p:cBhvr>
                                        <p:cTn id="13" dur="13">
                                          <p:stCondLst>
                                            <p:cond delay="325"/>
                                          </p:stCondLst>
                                        </p:cTn>
                                        <p:tgtEl>
                                          <p:spTgt spid="11268"/>
                                        </p:tgtEl>
                                      </p:cBhvr>
                                      <p:to x="100000" y="60000"/>
                                    </p:animScale>
                                    <p:animScale>
                                      <p:cBhvr>
                                        <p:cTn id="14" dur="83" decel="50000">
                                          <p:stCondLst>
                                            <p:cond delay="338"/>
                                          </p:stCondLst>
                                        </p:cTn>
                                        <p:tgtEl>
                                          <p:spTgt spid="11268"/>
                                        </p:tgtEl>
                                      </p:cBhvr>
                                      <p:to x="100000" y="100000"/>
                                    </p:animScale>
                                    <p:animScale>
                                      <p:cBhvr>
                                        <p:cTn id="15" dur="13">
                                          <p:stCondLst>
                                            <p:cond delay="656"/>
                                          </p:stCondLst>
                                        </p:cTn>
                                        <p:tgtEl>
                                          <p:spTgt spid="11268"/>
                                        </p:tgtEl>
                                      </p:cBhvr>
                                      <p:to x="100000" y="80000"/>
                                    </p:animScale>
                                    <p:animScale>
                                      <p:cBhvr>
                                        <p:cTn id="16" dur="83" decel="50000">
                                          <p:stCondLst>
                                            <p:cond delay="669"/>
                                          </p:stCondLst>
                                        </p:cTn>
                                        <p:tgtEl>
                                          <p:spTgt spid="11268"/>
                                        </p:tgtEl>
                                      </p:cBhvr>
                                      <p:to x="100000" y="100000"/>
                                    </p:animScale>
                                    <p:animScale>
                                      <p:cBhvr>
                                        <p:cTn id="17" dur="13">
                                          <p:stCondLst>
                                            <p:cond delay="821"/>
                                          </p:stCondLst>
                                        </p:cTn>
                                        <p:tgtEl>
                                          <p:spTgt spid="11268"/>
                                        </p:tgtEl>
                                      </p:cBhvr>
                                      <p:to x="100000" y="90000"/>
                                    </p:animScale>
                                    <p:animScale>
                                      <p:cBhvr>
                                        <p:cTn id="18" dur="83" decel="50000">
                                          <p:stCondLst>
                                            <p:cond delay="834"/>
                                          </p:stCondLst>
                                        </p:cTn>
                                        <p:tgtEl>
                                          <p:spTgt spid="11268"/>
                                        </p:tgtEl>
                                      </p:cBhvr>
                                      <p:to x="100000" y="100000"/>
                                    </p:animScale>
                                    <p:animScale>
                                      <p:cBhvr>
                                        <p:cTn id="19" dur="13">
                                          <p:stCondLst>
                                            <p:cond delay="904"/>
                                          </p:stCondLst>
                                        </p:cTn>
                                        <p:tgtEl>
                                          <p:spTgt spid="11268"/>
                                        </p:tgtEl>
                                      </p:cBhvr>
                                      <p:to x="100000" y="95000"/>
                                    </p:animScale>
                                    <p:animScale>
                                      <p:cBhvr>
                                        <p:cTn id="20" dur="83" decel="50000">
                                          <p:stCondLst>
                                            <p:cond delay="917"/>
                                          </p:stCondLst>
                                        </p:cTn>
                                        <p:tgtEl>
                                          <p:spTgt spid="1126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8"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20" name="Rectangle 4"/>
          <p:cNvSpPr>
            <a:spLocks noGrp="1" noChangeArrowheads="1"/>
          </p:cNvSpPr>
          <p:nvPr>
            <p:ph type="title"/>
          </p:nvPr>
        </p:nvSpPr>
        <p:spPr/>
        <p:txBody>
          <a:bodyPr vert="horz" anchor="t">
            <a:no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4000" b="0" i="0" u="none" strike="noStrike" kern="1200" cap="none" spc="-100" normalizeH="0" baseline="0" noProof="0" dirty="0" smtClean="0">
                <a:ln>
                  <a:noFill/>
                </a:ln>
                <a:solidFill>
                  <a:schemeClr val="accent2">
                    <a:lumMod val="60000"/>
                    <a:lumOff val="40000"/>
                  </a:schemeClr>
                </a:solidFill>
                <a:effectLst/>
                <a:uLnTx/>
                <a:uFillTx/>
                <a:latin typeface="+mj-lt"/>
                <a:ea typeface="+mj-ea"/>
                <a:cs typeface="+mj-cs"/>
              </a:rPr>
              <a:t>Sharp/Sharp Scissors</a:t>
            </a:r>
            <a:endParaRPr kumimoji="0" lang="en-US" sz="4000" b="0" i="0" u="none" strike="noStrike" kern="1200" cap="none" spc="-100" normalizeH="0" baseline="0" noProof="0" dirty="0" smtClean="0">
              <a:ln>
                <a:noFill/>
              </a:ln>
              <a:solidFill>
                <a:schemeClr val="accent2">
                  <a:lumMod val="60000"/>
                  <a:lumOff val="40000"/>
                </a:schemeClr>
              </a:solidFill>
              <a:effectLst/>
              <a:uLnTx/>
              <a:uFillTx/>
              <a:latin typeface="+mj-lt"/>
              <a:ea typeface="+mj-ea"/>
              <a:cs typeface="+mj-cs"/>
            </a:endParaRPr>
          </a:p>
        </p:txBody>
      </p:sp>
      <p:sp>
        <p:nvSpPr>
          <p:cNvPr id="102403" name="Rectangle 5"/>
          <p:cNvSpPr>
            <a:spLocks noGrp="1"/>
          </p:cNvSpPr>
          <p:nvPr>
            <p:ph type="body" sz="half" idx="1"/>
          </p:nvPr>
        </p:nvSpPr>
        <p:spPr>
          <a:ln/>
        </p:spPr>
        <p:txBody>
          <a:bodyPr vert="horz" wrap="square" lIns="91440" tIns="45720" rIns="91440" bIns="45720" anchor="t" anchorCtr="0"/>
          <a:p>
            <a:pPr eaLnBrk="1" hangingPunct="1">
              <a:buClr>
                <a:srgbClr val="FE94FE"/>
              </a:buClr>
              <a:buSzPct val="95000"/>
              <a:buFont typeface="Wingdings" panose="05000000000000000000" pitchFamily="2" charset="2"/>
            </a:pPr>
            <a:r>
              <a:rPr sz="3600" dirty="0">
                <a:solidFill>
                  <a:srgbClr val="FFFF00"/>
                </a:solidFill>
              </a:rPr>
              <a:t>Used to cut and dissect tissue</a:t>
            </a:r>
            <a:endParaRPr sz="3600" dirty="0">
              <a:solidFill>
                <a:srgbClr val="FFFF00"/>
              </a:solidFill>
            </a:endParaRPr>
          </a:p>
          <a:p>
            <a:pPr eaLnBrk="1" hangingPunct="1">
              <a:buClr>
                <a:srgbClr val="FE94FE"/>
              </a:buClr>
              <a:buSzPct val="95000"/>
              <a:buFont typeface="Wingdings" panose="05000000000000000000" pitchFamily="2" charset="2"/>
            </a:pPr>
            <a:r>
              <a:rPr sz="3600" dirty="0">
                <a:solidFill>
                  <a:srgbClr val="FFFF00"/>
                </a:solidFill>
              </a:rPr>
              <a:t>Both blade tips are sharp</a:t>
            </a:r>
            <a:endParaRPr sz="3600" dirty="0">
              <a:solidFill>
                <a:srgbClr val="FFFF00"/>
              </a:solidFill>
            </a:endParaRPr>
          </a:p>
          <a:p>
            <a:pPr eaLnBrk="1" hangingPunct="1">
              <a:buClr>
                <a:srgbClr val="FE94FE"/>
              </a:buClr>
              <a:buSzPct val="95000"/>
              <a:buFont typeface="Wingdings" panose="05000000000000000000" pitchFamily="2" charset="2"/>
            </a:pPr>
            <a:endParaRPr sz="2400" dirty="0">
              <a:solidFill>
                <a:srgbClr val="FFFF00"/>
              </a:solidFill>
            </a:endParaRPr>
          </a:p>
        </p:txBody>
      </p:sp>
      <p:pic>
        <p:nvPicPr>
          <p:cNvPr id="102404" name="Picture 7" descr="P1020189"/>
          <p:cNvPicPr>
            <a:picLocks noChangeAspect="1"/>
          </p:cNvPicPr>
          <p:nvPr>
            <p:ph sz="half" idx="2"/>
          </p:nvPr>
        </p:nvPicPr>
        <p:blipFill>
          <a:blip r:embed="rId1"/>
          <a:srcRect/>
          <a:stretch>
            <a:fillRect/>
          </a:stretch>
        </p:blipFill>
        <p:spPr>
          <a:xfrm>
            <a:off x="1535113" y="3602038"/>
            <a:ext cx="6313487" cy="2528887"/>
          </a:xfrm>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4" presetClass="entr" presetSubtype="0" fill="hold" grpId="0" nodeType="afterEffect">
                                  <p:stCondLst>
                                    <p:cond delay="0"/>
                                  </p:stCondLst>
                                  <p:iterate type="wd">
                                    <p:tmPct val="0"/>
                                  </p:iterate>
                                  <p:childTnLst>
                                    <p:set>
                                      <p:cBhvr>
                                        <p:cTn id="6" dur="1" fill="hold">
                                          <p:stCondLst>
                                            <p:cond delay="0"/>
                                          </p:stCondLst>
                                        </p:cTn>
                                        <p:tgtEl>
                                          <p:spTgt spid="111620"/>
                                        </p:tgtEl>
                                        <p:attrNameLst>
                                          <p:attrName>style.visibility</p:attrName>
                                        </p:attrNameLst>
                                      </p:cBhvr>
                                      <p:to>
                                        <p:strVal val="visible"/>
                                      </p:to>
                                    </p:set>
                                    <p:anim from="(-#ppt_w/2)" to="(#ppt_x)" calcmode="lin" valueType="num">
                                      <p:cBhvr>
                                        <p:cTn id="7" dur="600" fill="hold">
                                          <p:stCondLst>
                                            <p:cond delay="0"/>
                                          </p:stCondLst>
                                        </p:cTn>
                                        <p:tgtEl>
                                          <p:spTgt spid="111620"/>
                                        </p:tgtEl>
                                        <p:attrNameLst>
                                          <p:attrName>ppt_x</p:attrName>
                                        </p:attrNameLst>
                                      </p:cBhvr>
                                    </p:anim>
                                    <p:anim from="0" to="-1.0" calcmode="lin" valueType="num">
                                      <p:cBhvr>
                                        <p:cTn id="8" dur="200" decel="50000" autoRev="1" fill="hold">
                                          <p:stCondLst>
                                            <p:cond delay="600"/>
                                          </p:stCondLst>
                                        </p:cTn>
                                        <p:tgtEl>
                                          <p:spTgt spid="111620"/>
                                        </p:tgtEl>
                                        <p:attrNameLst>
                                          <p:attrName>xshear</p:attrName>
                                        </p:attrNameLst>
                                      </p:cBhvr>
                                    </p:anim>
                                    <p:animScale>
                                      <p:cBhvr>
                                        <p:cTn id="9" dur="200" decel="100000" autoRev="1" fill="hold">
                                          <p:stCondLst>
                                            <p:cond delay="600"/>
                                          </p:stCondLst>
                                        </p:cTn>
                                        <p:tgtEl>
                                          <p:spTgt spid="111620"/>
                                        </p:tgtEl>
                                      </p:cBhvr>
                                      <p:from x="100000" y="100000"/>
                                      <p:to x="80000" y="100000"/>
                                    </p:animScale>
                                    <p:anim by="(#ppt_h/3+#ppt_w*0.1)" calcmode="lin" valueType="num">
                                      <p:cBhvr additive="sum">
                                        <p:cTn id="10" dur="200" decel="100000" autoRev="1" fill="hold">
                                          <p:stCondLst>
                                            <p:cond delay="600"/>
                                          </p:stCondLst>
                                        </p:cTn>
                                        <p:tgtEl>
                                          <p:spTgt spid="111620"/>
                                        </p:tgtEl>
                                        <p:attrNameLst>
                                          <p:attrName>ppt_x</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20"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4" name="Rectangle 4"/>
          <p:cNvSpPr>
            <a:spLocks noGrp="1" noChangeArrowheads="1"/>
          </p:cNvSpPr>
          <p:nvPr>
            <p:ph type="title"/>
          </p:nvPr>
        </p:nvSpPr>
        <p:spPr>
          <a:xfrm>
            <a:off x="457200" y="304800"/>
            <a:ext cx="8229600" cy="1139825"/>
          </a:xfrm>
        </p:spPr>
        <p:txBody>
          <a:bodyPr vert="horz" anchor="t">
            <a:no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4000" b="0" i="0" u="none" strike="noStrike" kern="1200" cap="none" spc="-100" normalizeH="0" baseline="0" noProof="0" dirty="0" smtClean="0">
                <a:ln>
                  <a:noFill/>
                </a:ln>
                <a:solidFill>
                  <a:schemeClr val="accent2">
                    <a:lumMod val="60000"/>
                    <a:lumOff val="40000"/>
                  </a:schemeClr>
                </a:solidFill>
                <a:effectLst/>
                <a:uLnTx/>
                <a:uFillTx/>
                <a:latin typeface="+mj-lt"/>
                <a:ea typeface="+mj-ea"/>
                <a:cs typeface="+mj-cs"/>
              </a:rPr>
              <a:t>Sharp/Blunt Scissors</a:t>
            </a:r>
            <a:endParaRPr kumimoji="0" lang="en-US" sz="4000" b="0" i="0" u="none" strike="noStrike" kern="1200" cap="none" spc="-100" normalizeH="0" baseline="0" noProof="0" dirty="0" smtClean="0">
              <a:ln>
                <a:noFill/>
              </a:ln>
              <a:solidFill>
                <a:schemeClr val="accent2">
                  <a:lumMod val="60000"/>
                  <a:lumOff val="40000"/>
                </a:schemeClr>
              </a:solidFill>
              <a:effectLst/>
              <a:uLnTx/>
              <a:uFillTx/>
              <a:latin typeface="+mj-lt"/>
              <a:ea typeface="+mj-ea"/>
              <a:cs typeface="+mj-cs"/>
            </a:endParaRPr>
          </a:p>
        </p:txBody>
      </p:sp>
      <p:pic>
        <p:nvPicPr>
          <p:cNvPr id="103427" name="Picture 7" descr="P1020166"/>
          <p:cNvPicPr>
            <a:picLocks noChangeAspect="1"/>
          </p:cNvPicPr>
          <p:nvPr>
            <p:ph sz="half" idx="1"/>
          </p:nvPr>
        </p:nvPicPr>
        <p:blipFill>
          <a:blip r:embed="rId1"/>
          <a:srcRect/>
          <a:stretch>
            <a:fillRect/>
          </a:stretch>
        </p:blipFill>
        <p:spPr>
          <a:xfrm>
            <a:off x="2286000" y="1600200"/>
            <a:ext cx="4572000" cy="2362200"/>
          </a:xfrm>
          <a:ln/>
        </p:spPr>
      </p:pic>
      <p:sp>
        <p:nvSpPr>
          <p:cNvPr id="103428" name="Rectangle 6"/>
          <p:cNvSpPr>
            <a:spLocks noGrp="1"/>
          </p:cNvSpPr>
          <p:nvPr>
            <p:ph type="body" sz="half" idx="2"/>
          </p:nvPr>
        </p:nvSpPr>
        <p:spPr>
          <a:ln/>
        </p:spPr>
        <p:txBody>
          <a:bodyPr vert="horz" wrap="square" lIns="91440" tIns="45720" rIns="91440" bIns="45720" anchor="t" anchorCtr="0"/>
          <a:p>
            <a:pPr eaLnBrk="1" hangingPunct="1">
              <a:buClr>
                <a:srgbClr val="FE94FE"/>
              </a:buClr>
              <a:buSzPct val="95000"/>
              <a:buFont typeface="Wingdings" panose="05000000000000000000" pitchFamily="2" charset="2"/>
            </a:pPr>
            <a:r>
              <a:rPr sz="3600" dirty="0">
                <a:solidFill>
                  <a:srgbClr val="FFFF00"/>
                </a:solidFill>
              </a:rPr>
              <a:t>Used to cut and dissect fascia and muscle</a:t>
            </a:r>
            <a:endParaRPr sz="3600" dirty="0">
              <a:solidFill>
                <a:srgbClr val="FFFF00"/>
              </a:solidFill>
            </a:endParaRPr>
          </a:p>
          <a:p>
            <a:pPr eaLnBrk="1" hangingPunct="1">
              <a:buClr>
                <a:srgbClr val="FE94FE"/>
              </a:buClr>
              <a:buSzPct val="95000"/>
              <a:buFont typeface="Wingdings" panose="05000000000000000000" pitchFamily="2" charset="2"/>
            </a:pPr>
            <a:r>
              <a:rPr sz="3600" dirty="0">
                <a:solidFill>
                  <a:srgbClr val="FFFF00"/>
                </a:solidFill>
              </a:rPr>
              <a:t>One blunt tip and one sharp tip</a:t>
            </a:r>
            <a:endParaRPr sz="3600" dirty="0">
              <a:solidFill>
                <a:srgbClr val="FFFF00"/>
              </a:solidFill>
            </a:endParaRPr>
          </a:p>
          <a:p>
            <a:pPr eaLnBrk="1" hangingPunct="1">
              <a:buClr>
                <a:srgbClr val="FE94FE"/>
              </a:buClr>
              <a:buSzPct val="95000"/>
              <a:buFont typeface="Wingdings" panose="05000000000000000000" pitchFamily="2" charset="2"/>
              <a:buNone/>
            </a:pPr>
            <a:endParaRPr sz="2400" dirty="0">
              <a:solidFill>
                <a:srgbClr val="FFFF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path" presetSubtype="0" accel="50000" decel="50000" fill="hold" grpId="0" nodeType="afterEffect">
                                  <p:stCondLst>
                                    <p:cond delay="0"/>
                                  </p:stCondLst>
                                  <p:iterate type="wd">
                                    <p:tmPct val="0"/>
                                  </p:iterate>
                                  <p:childTnLst>
                                    <p:animMotion origin="layout" path="M -3.33333E-6 -0.1706 C -0.05451 -0.1662 -0.09514 -0.15486 -0.09514 -0.14607 C -0.09514 -0.1375 -0.05538 -0.13148 -0.00243 -0.13148 C 0.05035 -0.13148 0.09514 -0.1375 0.09514 -0.14607 C 0.09514 -0.15486 0.04879 -0.15718 -0.00416 -0.15116 C -0.05625 -0.14444 -0.09514 -0.13287 -0.09514 -0.12477 C -0.09514 -0.11667 -0.05451 -0.10972 -0.00243 -0.10972 C 0.05035 -0.10972 0.09514 -0.11667 0.09514 -0.12477 C 0.09514 -0.13287 0.04879 -0.13519 -0.0033 -0.12917 C -0.05625 -0.12315 -0.09514 -0.11204 -0.09514 -0.10347 C -0.09514 -0.09444 -0.05451 -0.08773 -0.00173 -0.08773 C 0.05035 -0.08773 0.09514 -0.09444 0.09514 -0.10347 C 0.09514 -0.11134 0.04879 -0.11366 -0.0033 -0.10833 C -0.05538 -0.10208 -0.09514 -0.09005 -0.09514 -0.08171 C -0.09514 -0.07384 -0.05364 -0.06644 -0.00173 -0.06644 C 0.05209 -0.06644 0.09514 -0.07384 0.09514 -0.08171 C 0.09514 -0.09005 0.04966 -0.09236 -0.00243 -0.08634 C -0.05451 -0.08032 -0.09514 -0.06875 -0.09514 -0.06042 C -0.09514 -0.05162 -0.05364 -0.0456 -0.00086 -0.0456 C 0.05209 -0.0456 0.09514 -0.05232 0.09514 -0.06042 C 0.09514 -0.06875 0.04966 -0.07107 -0.00243 -0.06505 C -0.05451 -0.05903 -0.09514 -0.04699 -0.09514 -0.03935 C -0.09514 -0.03102 -0.05295 -0.02431 -0.00086 -0.02431 C 0.05209 -0.02431 0.09514 -0.03102 0.09514 -0.03935 C 0.09514 -0.04699 0.05035 -0.04931 -0.00243 -0.04375 C -0.05451 -0.03773 -0.09514 -0.02569 -0.09514 -0.01759 C -0.09514 -0.00972 -0.05295 -0.00232 -3.33333E-6 -0.00232 C 0.05295 -0.00232 0.09514 -0.00903 0.09514 -0.01759 C 0.09514 -0.02569 0.05035 -0.02801 -0.00173 -0.02199 C -0.05364 -0.01597 -0.09583 -0.00463 -0.09514 0.0037 C -0.09427 0.01204 -0.05295 0.01829 -3.33333E-6 0.01829 C 0.05295 0.01829 0.09514 0.01111 0.09514 0.00301 C 0.09514 -0.00463 0.05209 -0.00671 -3.33333E-6 3.7037E-7 " pathEditMode="relative" rAng="0" ptsTypes="fffffffffffffffffffffffffffffffff">
                                      <p:cBhvr>
                                        <p:cTn id="6" dur="2000" fill="hold"/>
                                        <p:tgtEl>
                                          <p:spTgt spid="112644"/>
                                        </p:tgtEl>
                                        <p:attrNameLst>
                                          <p:attrName>ppt_x</p:attrName>
                                          <p:attrName>ppt_y</p:attrName>
                                        </p:attrNameLst>
                                      </p:cBhvr>
                                      <p:rCtr x="0" y="94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4"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6" name="Rectangle 2"/>
          <p:cNvSpPr>
            <a:spLocks noGrp="1" noChangeArrowheads="1"/>
          </p:cNvSpPr>
          <p:nvPr>
            <p:ph type="title"/>
          </p:nvPr>
        </p:nvSpPr>
        <p:spPr/>
        <p:txBody>
          <a:bodyPr vert="horz" anchor="t">
            <a:no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4000" b="0" i="0" u="none" strike="noStrike" kern="1200" cap="none" spc="-100" normalizeH="0" baseline="0" noProof="0" dirty="0" smtClean="0">
                <a:ln>
                  <a:noFill/>
                </a:ln>
                <a:solidFill>
                  <a:schemeClr val="accent2">
                    <a:lumMod val="60000"/>
                    <a:lumOff val="40000"/>
                  </a:schemeClr>
                </a:solidFill>
                <a:effectLst/>
                <a:uLnTx/>
                <a:uFillTx/>
                <a:latin typeface="+mj-lt"/>
                <a:ea typeface="+mj-ea"/>
                <a:cs typeface="+mj-cs"/>
              </a:rPr>
              <a:t>Curved Blunt/Blunt Scissors</a:t>
            </a:r>
            <a:endParaRPr kumimoji="0" lang="en-US" sz="4000" b="0" i="0" u="none" strike="noStrike" kern="1200" cap="none" spc="-100" normalizeH="0" baseline="0" noProof="0" dirty="0" smtClean="0">
              <a:ln>
                <a:noFill/>
              </a:ln>
              <a:solidFill>
                <a:schemeClr val="accent2">
                  <a:lumMod val="60000"/>
                  <a:lumOff val="40000"/>
                </a:schemeClr>
              </a:solidFill>
              <a:effectLst/>
              <a:uLnTx/>
              <a:uFillTx/>
              <a:latin typeface="+mj-lt"/>
              <a:ea typeface="+mj-ea"/>
              <a:cs typeface="+mj-cs"/>
            </a:endParaRPr>
          </a:p>
        </p:txBody>
      </p:sp>
      <p:sp>
        <p:nvSpPr>
          <p:cNvPr id="104451" name="Rectangle 7"/>
          <p:cNvSpPr>
            <a:spLocks noGrp="1"/>
          </p:cNvSpPr>
          <p:nvPr>
            <p:ph type="body" sz="half" idx="1"/>
          </p:nvPr>
        </p:nvSpPr>
        <p:spPr>
          <a:ln/>
        </p:spPr>
        <p:txBody>
          <a:bodyPr vert="horz" wrap="square" lIns="91440" tIns="45720" rIns="91440" bIns="45720" anchor="t" anchorCtr="0"/>
          <a:p>
            <a:pPr eaLnBrk="1" hangingPunct="1">
              <a:buClr>
                <a:srgbClr val="FE94FE"/>
              </a:buClr>
              <a:buSzPct val="95000"/>
              <a:buFont typeface="Wingdings" panose="05000000000000000000" pitchFamily="2" charset="2"/>
            </a:pPr>
            <a:r>
              <a:rPr sz="3600" dirty="0">
                <a:solidFill>
                  <a:srgbClr val="FFFF00"/>
                </a:solidFill>
              </a:rPr>
              <a:t>Both blade tips are blunt</a:t>
            </a:r>
            <a:endParaRPr sz="3600" dirty="0">
              <a:solidFill>
                <a:srgbClr val="FFFF00"/>
              </a:solidFill>
            </a:endParaRPr>
          </a:p>
          <a:p>
            <a:pPr eaLnBrk="1" hangingPunct="1">
              <a:buClr>
                <a:srgbClr val="FE94FE"/>
              </a:buClr>
              <a:buSzPct val="95000"/>
              <a:buFont typeface="Wingdings" panose="05000000000000000000" pitchFamily="2" charset="2"/>
            </a:pPr>
            <a:r>
              <a:rPr sz="3600" dirty="0">
                <a:solidFill>
                  <a:srgbClr val="FFFF00"/>
                </a:solidFill>
              </a:rPr>
              <a:t>Can be curved or straight</a:t>
            </a:r>
            <a:endParaRPr sz="3600" dirty="0">
              <a:solidFill>
                <a:srgbClr val="FFFF00"/>
              </a:solidFill>
            </a:endParaRPr>
          </a:p>
        </p:txBody>
      </p:sp>
      <p:pic>
        <p:nvPicPr>
          <p:cNvPr id="104452" name="Picture 6" descr="P1020113"/>
          <p:cNvPicPr>
            <a:picLocks noChangeAspect="1"/>
          </p:cNvPicPr>
          <p:nvPr>
            <p:ph sz="quarter" idx="2"/>
          </p:nvPr>
        </p:nvPicPr>
        <p:blipFill>
          <a:blip r:embed="rId1"/>
          <a:srcRect/>
          <a:stretch>
            <a:fillRect/>
          </a:stretch>
        </p:blipFill>
        <p:spPr>
          <a:xfrm>
            <a:off x="4267200" y="1676400"/>
            <a:ext cx="4419600" cy="2214563"/>
          </a:xfrm>
          <a:ln/>
        </p:spPr>
      </p:pic>
      <p:pic>
        <p:nvPicPr>
          <p:cNvPr id="104453" name="Picture 9" descr="P1020115"/>
          <p:cNvPicPr>
            <a:picLocks noChangeAspect="1"/>
          </p:cNvPicPr>
          <p:nvPr>
            <p:ph sz="quarter" idx="3"/>
          </p:nvPr>
        </p:nvPicPr>
        <p:blipFill>
          <a:blip r:embed="rId2"/>
          <a:srcRect/>
          <a:stretch>
            <a:fillRect/>
          </a:stretch>
        </p:blipFill>
        <p:spPr>
          <a:xfrm>
            <a:off x="990600" y="4191000"/>
            <a:ext cx="5029200" cy="1943100"/>
          </a:xfrm>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ntr" presetSubtype="0" fill="hold" grpId="0" nodeType="afterEffect">
                                  <p:stCondLst>
                                    <p:cond delay="0"/>
                                  </p:stCondLst>
                                  <p:iterate type="wd">
                                    <p:tmPct val="10000"/>
                                  </p:iterate>
                                  <p:childTnLst>
                                    <p:set>
                                      <p:cBhvr>
                                        <p:cTn id="6" dur="1" fill="hold">
                                          <p:stCondLst>
                                            <p:cond delay="0"/>
                                          </p:stCondLst>
                                        </p:cTn>
                                        <p:tgtEl>
                                          <p:spTgt spid="113666"/>
                                        </p:tgtEl>
                                        <p:attrNameLst>
                                          <p:attrName>style.visibility</p:attrName>
                                        </p:attrNameLst>
                                      </p:cBhvr>
                                      <p:to>
                                        <p:strVal val="visible"/>
                                      </p:to>
                                    </p:set>
                                    <p:animEffect transition="in" filter="fade">
                                      <p:cBhvr>
                                        <p:cTn id="7" dur="2000"/>
                                        <p:tgtEl>
                                          <p:spTgt spid="113666"/>
                                        </p:tgtEl>
                                      </p:cBhvr>
                                    </p:animEffect>
                                    <p:anim calcmode="lin" valueType="num">
                                      <p:cBhvr>
                                        <p:cTn id="8" dur="2000" fill="hold"/>
                                        <p:tgtEl>
                                          <p:spTgt spid="113666"/>
                                        </p:tgtEl>
                                        <p:attrNameLst>
                                          <p:attrName>style.rotation</p:attrName>
                                        </p:attrNameLst>
                                      </p:cBhvr>
                                      <p:tavLst>
                                        <p:tav tm="0">
                                          <p:val>
                                            <p:fltVal val="720.000000"/>
                                          </p:val>
                                        </p:tav>
                                        <p:tav tm="100000">
                                          <p:val>
                                            <p:fltVal val="0.000000"/>
                                          </p:val>
                                        </p:tav>
                                      </p:tavLst>
                                    </p:anim>
                                    <p:anim calcmode="lin" valueType="num">
                                      <p:cBhvr>
                                        <p:cTn id="9" dur="2000" fill="hold"/>
                                        <p:tgtEl>
                                          <p:spTgt spid="113666"/>
                                        </p:tgtEl>
                                        <p:attrNameLst>
                                          <p:attrName>ppt_h</p:attrName>
                                        </p:attrNameLst>
                                      </p:cBhvr>
                                      <p:tavLst>
                                        <p:tav tm="0">
                                          <p:val>
                                            <p:fltVal val="0.000000"/>
                                          </p:val>
                                        </p:tav>
                                        <p:tav tm="100000">
                                          <p:val>
                                            <p:strVal val="#ppt_h"/>
                                          </p:val>
                                        </p:tav>
                                      </p:tavLst>
                                    </p:anim>
                                    <p:anim calcmode="lin" valueType="num">
                                      <p:cBhvr>
                                        <p:cTn id="10" dur="2000" fill="hold"/>
                                        <p:tgtEl>
                                          <p:spTgt spid="113666"/>
                                        </p:tgtEl>
                                        <p:attrNameLst>
                                          <p:attrName>ppt_w</p:attrName>
                                        </p:attrNameLst>
                                      </p:cBhvr>
                                      <p:tavLst>
                                        <p:tav tm="0">
                                          <p:val>
                                            <p:fltVal val="0.00000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6"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72" name="Rectangle 4"/>
          <p:cNvSpPr>
            <a:spLocks noGrp="1" noChangeArrowheads="1"/>
          </p:cNvSpPr>
          <p:nvPr>
            <p:ph type="title"/>
          </p:nvPr>
        </p:nvSpPr>
        <p:spPr/>
        <p:txBody>
          <a:bodyPr vert="horz" anchor="t">
            <a:no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4000" b="0" i="0" u="none" strike="noStrike" kern="1200" cap="none" spc="-100" normalizeH="0" baseline="0" noProof="0" dirty="0" smtClean="0">
                <a:ln>
                  <a:noFill/>
                </a:ln>
                <a:solidFill>
                  <a:schemeClr val="accent2">
                    <a:lumMod val="60000"/>
                    <a:lumOff val="40000"/>
                  </a:schemeClr>
                </a:solidFill>
                <a:effectLst/>
                <a:uLnTx/>
                <a:uFillTx/>
                <a:latin typeface="+mj-lt"/>
                <a:ea typeface="+mj-ea"/>
                <a:cs typeface="+mj-cs"/>
              </a:rPr>
              <a:t>Ear </a:t>
            </a:r>
            <a:r>
              <a:rPr kumimoji="0" lang="en-US" sz="4000" b="0" i="0" u="none" strike="noStrike" kern="1200" cap="none" spc="-100" normalizeH="0" baseline="0" noProof="0" dirty="0" err="1" smtClean="0">
                <a:ln>
                  <a:noFill/>
                </a:ln>
                <a:solidFill>
                  <a:schemeClr val="accent2">
                    <a:lumMod val="60000"/>
                    <a:lumOff val="40000"/>
                  </a:schemeClr>
                </a:solidFill>
                <a:effectLst/>
                <a:uLnTx/>
                <a:uFillTx/>
                <a:latin typeface="+mj-lt"/>
                <a:ea typeface="+mj-ea"/>
                <a:cs typeface="+mj-cs"/>
              </a:rPr>
              <a:t>Currette</a:t>
            </a:r>
            <a:endParaRPr kumimoji="0" lang="en-US" sz="4000" b="0" i="0" u="none" strike="noStrike" kern="1200" cap="none" spc="-100" normalizeH="0" baseline="0" noProof="0" dirty="0" smtClean="0">
              <a:ln>
                <a:noFill/>
              </a:ln>
              <a:solidFill>
                <a:schemeClr val="accent2">
                  <a:lumMod val="60000"/>
                  <a:lumOff val="40000"/>
                </a:schemeClr>
              </a:solidFill>
              <a:effectLst/>
              <a:uLnTx/>
              <a:uFillTx/>
              <a:latin typeface="+mj-lt"/>
              <a:ea typeface="+mj-ea"/>
              <a:cs typeface="+mj-cs"/>
            </a:endParaRPr>
          </a:p>
        </p:txBody>
      </p:sp>
      <p:sp>
        <p:nvSpPr>
          <p:cNvPr id="105475" name="Rectangle 6"/>
          <p:cNvSpPr>
            <a:spLocks noGrp="1"/>
          </p:cNvSpPr>
          <p:nvPr>
            <p:ph type="body" sz="half" idx="2"/>
          </p:nvPr>
        </p:nvSpPr>
        <p:spPr>
          <a:ln/>
        </p:spPr>
        <p:txBody>
          <a:bodyPr vert="horz" wrap="square" lIns="91440" tIns="45720" rIns="91440" bIns="45720" anchor="t" anchorCtr="0"/>
          <a:p>
            <a:pPr eaLnBrk="1" hangingPunct="1">
              <a:buClr>
                <a:srgbClr val="FE94FE"/>
              </a:buClr>
              <a:buSzPct val="95000"/>
              <a:buFont typeface="Wingdings" panose="05000000000000000000" pitchFamily="2" charset="2"/>
            </a:pPr>
            <a:r>
              <a:rPr sz="3600" dirty="0">
                <a:solidFill>
                  <a:srgbClr val="FFFF00"/>
                </a:solidFill>
              </a:rPr>
              <a:t>Can have sharp or blunt scraper ends</a:t>
            </a:r>
            <a:endParaRPr sz="3600" dirty="0">
              <a:solidFill>
                <a:srgbClr val="FFFF00"/>
              </a:solidFill>
            </a:endParaRPr>
          </a:p>
          <a:p>
            <a:pPr eaLnBrk="1" hangingPunct="1">
              <a:buClr>
                <a:srgbClr val="FE94FE"/>
              </a:buClr>
              <a:buSzPct val="95000"/>
              <a:buFont typeface="Wingdings" panose="05000000000000000000" pitchFamily="2" charset="2"/>
            </a:pPr>
            <a:r>
              <a:rPr sz="3600" dirty="0">
                <a:solidFill>
                  <a:srgbClr val="FFFF00"/>
                </a:solidFill>
              </a:rPr>
              <a:t>Used to remove ear wax from ear canal</a:t>
            </a:r>
            <a:endParaRPr sz="3600" dirty="0">
              <a:solidFill>
                <a:srgbClr val="FFFF00"/>
              </a:solidFill>
            </a:endParaRPr>
          </a:p>
          <a:p>
            <a:pPr eaLnBrk="1" hangingPunct="1">
              <a:buClr>
                <a:srgbClr val="FE94FE"/>
              </a:buClr>
              <a:buSzPct val="95000"/>
              <a:buFont typeface="Wingdings" panose="05000000000000000000" pitchFamily="2" charset="2"/>
            </a:pPr>
            <a:endParaRPr sz="2400" dirty="0">
              <a:solidFill>
                <a:srgbClr val="FFFF00"/>
              </a:solidFill>
            </a:endParaRPr>
          </a:p>
        </p:txBody>
      </p:sp>
      <p:pic>
        <p:nvPicPr>
          <p:cNvPr id="105476" name="Picture 7" descr="P1020208"/>
          <p:cNvPicPr>
            <a:picLocks noChangeAspect="1"/>
          </p:cNvPicPr>
          <p:nvPr>
            <p:ph sz="half" idx="1"/>
          </p:nvPr>
        </p:nvPicPr>
        <p:blipFill>
          <a:blip r:embed="rId1"/>
          <a:srcRect/>
          <a:stretch>
            <a:fillRect/>
          </a:stretch>
        </p:blipFill>
        <p:spPr>
          <a:xfrm>
            <a:off x="2117725" y="1600200"/>
            <a:ext cx="4906963" cy="2189163"/>
          </a:xfrm>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8" presetClass="entr" presetSubtype="0" accel="50000" fill="hold" grpId="0" nodeType="afterEffect">
                                  <p:stCondLst>
                                    <p:cond delay="0"/>
                                  </p:stCondLst>
                                  <p:childTnLst>
                                    <p:set>
                                      <p:cBhvr>
                                        <p:cTn id="6" dur="1" fill="hold">
                                          <p:stCondLst>
                                            <p:cond delay="0"/>
                                          </p:stCondLst>
                                        </p:cTn>
                                        <p:tgtEl>
                                          <p:spTgt spid="109572"/>
                                        </p:tgtEl>
                                        <p:attrNameLst>
                                          <p:attrName>style.visibility</p:attrName>
                                        </p:attrNameLst>
                                      </p:cBhvr>
                                      <p:to>
                                        <p:strVal val="visible"/>
                                      </p:to>
                                    </p:set>
                                    <p:set>
                                      <p:cBhvr>
                                        <p:cTn id="7" dur="455" fill="hold">
                                          <p:stCondLst>
                                            <p:cond delay="0"/>
                                          </p:stCondLst>
                                        </p:cTn>
                                        <p:tgtEl>
                                          <p:spTgt spid="109572"/>
                                        </p:tgtEl>
                                        <p:attrNameLst>
                                          <p:attrName>style.rotation</p:attrName>
                                        </p:attrNameLst>
                                      </p:cBhvr>
                                      <p:to>
                                        <p:strVal val="-45.0"/>
                                      </p:to>
                                    </p:set>
                                    <p:anim calcmode="lin" valueType="num">
                                      <p:cBhvr>
                                        <p:cTn id="8" dur="455" fill="hold">
                                          <p:stCondLst>
                                            <p:cond delay="455"/>
                                          </p:stCondLst>
                                        </p:cTn>
                                        <p:tgtEl>
                                          <p:spTgt spid="109572"/>
                                        </p:tgtEl>
                                        <p:attrNameLst>
                                          <p:attrName>style.rotation</p:attrName>
                                        </p:attrNameLst>
                                      </p:cBhvr>
                                      <p:tavLst>
                                        <p:tav tm="0">
                                          <p:val>
                                            <p:fltVal val="-45.000000"/>
                                          </p:val>
                                        </p:tav>
                                        <p:tav tm="69900">
                                          <p:val>
                                            <p:fltVal val="45.000000"/>
                                          </p:val>
                                        </p:tav>
                                        <p:tav tm="100000">
                                          <p:val>
                                            <p:fltVal val="0.000000"/>
                                          </p:val>
                                        </p:tav>
                                      </p:tavLst>
                                    </p:anim>
                                    <p:anim calcmode="lin" valueType="num">
                                      <p:cBhvr>
                                        <p:cTn id="9" dur="455" fill="hold">
                                          <p:stCondLst>
                                            <p:cond delay="0"/>
                                          </p:stCondLst>
                                        </p:cTn>
                                        <p:tgtEl>
                                          <p:spTgt spid="109572"/>
                                        </p:tgtEl>
                                        <p:attrNameLst>
                                          <p:attrName>ppt_y</p:attrName>
                                        </p:attrNameLst>
                                      </p:cBhvr>
                                      <p:tavLst>
                                        <p:tav tm="0">
                                          <p:val>
                                            <p:strVal val="#ppt_y-1"/>
                                          </p:val>
                                        </p:tav>
                                        <p:tav tm="100000">
                                          <p:val>
                                            <p:strVal val="#ppt_y-(0.354*#ppt_w-0.172*#ppt_h)"/>
                                          </p:val>
                                        </p:tav>
                                      </p:tavLst>
                                    </p:anim>
                                    <p:anim calcmode="lin" valueType="num">
                                      <p:cBhvr>
                                        <p:cTn id="10" dur="156" decel="50000" autoRev="1" fill="hold">
                                          <p:stCondLst>
                                            <p:cond delay="455"/>
                                          </p:stCondLst>
                                        </p:cTn>
                                        <p:tgtEl>
                                          <p:spTgt spid="109572"/>
                                        </p:tgtEl>
                                        <p:attrNameLst>
                                          <p:attrName>ppt_y</p:attrName>
                                        </p:attrNameLst>
                                      </p:cBhvr>
                                      <p:tavLst>
                                        <p:tav tm="0">
                                          <p:val>
                                            <p:strVal val="#ppt_y-(0.354*#ppt_w-0.172*#ppt_h)"/>
                                          </p:val>
                                        </p:tav>
                                        <p:tav tm="100000">
                                          <p:val>
                                            <p:strVal val="#ppt_y-(0.354*#ppt_w-0.172*#ppt_h)-#ppt_h/2"/>
                                          </p:val>
                                        </p:tav>
                                      </p:tavLst>
                                    </p:anim>
                                    <p:anim calcmode="lin" valueType="num">
                                      <p:cBhvr>
                                        <p:cTn id="11" dur="136" fill="hold">
                                          <p:stCondLst>
                                            <p:cond delay="864"/>
                                          </p:stCondLst>
                                        </p:cTn>
                                        <p:tgtEl>
                                          <p:spTgt spid="109572"/>
                                        </p:tgtEl>
                                        <p:attrNameLst>
                                          <p:attrName>ppt_y</p:attrName>
                                        </p:attrNameLst>
                                      </p:cBhvr>
                                      <p:tavLst>
                                        <p:tav tm="0">
                                          <p:val>
                                            <p:strVal val="#ppt_y-(0.354*#ppt_w-0.172*#ppt_h)"/>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2"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4" name="Rectangle 4"/>
          <p:cNvSpPr>
            <a:spLocks noGrp="1" noChangeArrowheads="1"/>
          </p:cNvSpPr>
          <p:nvPr>
            <p:ph type="title"/>
          </p:nvPr>
        </p:nvSpPr>
        <p:spPr/>
        <p:txBody>
          <a:bodyPr vert="horz" anchor="t">
            <a:no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4000" b="0" i="0" u="none" strike="noStrike" kern="1200" cap="none" spc="-100" normalizeH="0" baseline="0" noProof="0" dirty="0" smtClean="0">
                <a:ln>
                  <a:noFill/>
                </a:ln>
                <a:solidFill>
                  <a:schemeClr val="accent2">
                    <a:lumMod val="60000"/>
                    <a:lumOff val="40000"/>
                  </a:schemeClr>
                </a:solidFill>
                <a:effectLst/>
                <a:uLnTx/>
                <a:uFillTx/>
                <a:latin typeface="+mj-lt"/>
                <a:ea typeface="+mj-ea"/>
                <a:cs typeface="+mj-cs"/>
              </a:rPr>
              <a:t>Nasal Speculum</a:t>
            </a:r>
            <a:endParaRPr kumimoji="0" lang="en-US" sz="4000" b="0" i="0" u="none" strike="noStrike" kern="1200" cap="none" spc="-100" normalizeH="0" baseline="0" noProof="0" dirty="0" smtClean="0">
              <a:ln>
                <a:noFill/>
              </a:ln>
              <a:solidFill>
                <a:schemeClr val="accent2">
                  <a:lumMod val="60000"/>
                  <a:lumOff val="40000"/>
                </a:schemeClr>
              </a:solidFill>
              <a:effectLst/>
              <a:uLnTx/>
              <a:uFillTx/>
              <a:latin typeface="+mj-lt"/>
              <a:ea typeface="+mj-ea"/>
              <a:cs typeface="+mj-cs"/>
            </a:endParaRPr>
          </a:p>
        </p:txBody>
      </p:sp>
      <p:sp>
        <p:nvSpPr>
          <p:cNvPr id="106499" name="Rectangle 7"/>
          <p:cNvSpPr>
            <a:spLocks noGrp="1"/>
          </p:cNvSpPr>
          <p:nvPr>
            <p:ph type="body" sz="half" idx="1"/>
          </p:nvPr>
        </p:nvSpPr>
        <p:spPr>
          <a:ln/>
        </p:spPr>
        <p:txBody>
          <a:bodyPr vert="horz" wrap="square" lIns="91440" tIns="45720" rIns="91440" bIns="45720" anchor="t" anchorCtr="0"/>
          <a:p>
            <a:pPr eaLnBrk="1" hangingPunct="1">
              <a:buClr>
                <a:schemeClr val="tx2"/>
              </a:buClr>
              <a:buSzPct val="95000"/>
              <a:buFont typeface="Wingdings" panose="05000000000000000000" pitchFamily="2" charset="2"/>
            </a:pPr>
            <a:endParaRPr sz="2400" dirty="0">
              <a:solidFill>
                <a:srgbClr val="FFFF00"/>
              </a:solidFill>
            </a:endParaRPr>
          </a:p>
          <a:p>
            <a:pPr eaLnBrk="1" hangingPunct="1">
              <a:buClr>
                <a:schemeClr val="tx2"/>
              </a:buClr>
              <a:buSzPct val="95000"/>
              <a:buFont typeface="Wingdings" panose="05000000000000000000" pitchFamily="2" charset="2"/>
            </a:pPr>
            <a:endParaRPr sz="2400" dirty="0">
              <a:solidFill>
                <a:srgbClr val="FFFF00"/>
              </a:solidFill>
            </a:endParaRPr>
          </a:p>
          <a:p>
            <a:pPr eaLnBrk="1" hangingPunct="1">
              <a:buClr>
                <a:schemeClr val="tx2"/>
              </a:buClr>
              <a:buSzPct val="95000"/>
              <a:buFont typeface="Wingdings" panose="05000000000000000000" pitchFamily="2" charset="2"/>
            </a:pPr>
            <a:endParaRPr sz="2400" dirty="0">
              <a:solidFill>
                <a:srgbClr val="FFFF00"/>
              </a:solidFill>
            </a:endParaRPr>
          </a:p>
          <a:p>
            <a:pPr eaLnBrk="1" hangingPunct="1">
              <a:buClr>
                <a:schemeClr val="tx2"/>
              </a:buClr>
              <a:buSzPct val="95000"/>
              <a:buFont typeface="Wingdings" panose="05000000000000000000" pitchFamily="2" charset="2"/>
            </a:pPr>
            <a:endParaRPr sz="3600" dirty="0">
              <a:solidFill>
                <a:srgbClr val="FFFF00"/>
              </a:solidFill>
            </a:endParaRPr>
          </a:p>
          <a:p>
            <a:pPr eaLnBrk="1" hangingPunct="1">
              <a:buClr>
                <a:srgbClr val="FE94FE"/>
              </a:buClr>
              <a:buSzPct val="95000"/>
              <a:buFont typeface="Wingdings" panose="05000000000000000000" pitchFamily="2" charset="2"/>
            </a:pPr>
            <a:r>
              <a:rPr sz="3600" dirty="0">
                <a:solidFill>
                  <a:srgbClr val="FFFF00"/>
                </a:solidFill>
              </a:rPr>
              <a:t>Used to spread nostrils during examination</a:t>
            </a:r>
            <a:endParaRPr sz="3600" dirty="0">
              <a:solidFill>
                <a:srgbClr val="FFFF00"/>
              </a:solidFill>
            </a:endParaRPr>
          </a:p>
        </p:txBody>
      </p:sp>
      <p:pic>
        <p:nvPicPr>
          <p:cNvPr id="106500" name="Picture 8" descr="P1020089"/>
          <p:cNvPicPr>
            <a:picLocks noChangeAspect="1"/>
          </p:cNvPicPr>
          <p:nvPr>
            <p:ph sz="quarter" idx="2"/>
          </p:nvPr>
        </p:nvPicPr>
        <p:blipFill>
          <a:blip r:embed="rId1"/>
          <a:srcRect/>
          <a:stretch>
            <a:fillRect/>
          </a:stretch>
        </p:blipFill>
        <p:spPr>
          <a:xfrm>
            <a:off x="5207000" y="1600200"/>
            <a:ext cx="2919413" cy="2189163"/>
          </a:xfrm>
          <a:ln/>
        </p:spPr>
      </p:pic>
      <p:pic>
        <p:nvPicPr>
          <p:cNvPr id="106501" name="Picture 9" descr="P1020091"/>
          <p:cNvPicPr>
            <a:picLocks noChangeAspect="1"/>
          </p:cNvPicPr>
          <p:nvPr>
            <p:ph sz="quarter" idx="3"/>
          </p:nvPr>
        </p:nvPicPr>
        <p:blipFill>
          <a:blip r:embed="rId2"/>
          <a:srcRect/>
          <a:stretch>
            <a:fillRect/>
          </a:stretch>
        </p:blipFill>
        <p:spPr>
          <a:xfrm>
            <a:off x="4700588" y="3941763"/>
            <a:ext cx="3933825" cy="2189162"/>
          </a:xfrm>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6" presetClass="entr" presetSubtype="0" fill="hold" grpId="0" nodeType="afterEffect">
                                  <p:stCondLst>
                                    <p:cond delay="0"/>
                                  </p:stCondLst>
                                  <p:iterate type="lt">
                                    <p:tmPct val="10000"/>
                                  </p:iterate>
                                  <p:childTnLst>
                                    <p:set>
                                      <p:cBhvr>
                                        <p:cTn id="6" dur="1" fill="hold">
                                          <p:stCondLst>
                                            <p:cond delay="0"/>
                                          </p:stCondLst>
                                        </p:cTn>
                                        <p:tgtEl>
                                          <p:spTgt spid="15364"/>
                                        </p:tgtEl>
                                        <p:attrNameLst>
                                          <p:attrName>style.visibility</p:attrName>
                                        </p:attrNameLst>
                                      </p:cBhvr>
                                      <p:to>
                                        <p:strVal val="visible"/>
                                      </p:to>
                                    </p:set>
                                    <p:anim by="(-#ppt_w*2)" calcmode="lin" valueType="num">
                                      <p:cBhvr rctx="PPT">
                                        <p:cTn id="7" dur="500" autoRev="1" fill="hold">
                                          <p:stCondLst>
                                            <p:cond delay="0"/>
                                          </p:stCondLst>
                                        </p:cTn>
                                        <p:tgtEl>
                                          <p:spTgt spid="15364"/>
                                        </p:tgtEl>
                                        <p:attrNameLst>
                                          <p:attrName>ppt_w</p:attrName>
                                        </p:attrNameLst>
                                      </p:cBhvr>
                                    </p:anim>
                                    <p:anim by="(#ppt_w*0.50)" calcmode="lin" valueType="num">
                                      <p:cBhvr>
                                        <p:cTn id="8" dur="500" decel="50000" autoRev="1" fill="hold">
                                          <p:stCondLst>
                                            <p:cond delay="0"/>
                                          </p:stCondLst>
                                        </p:cTn>
                                        <p:tgtEl>
                                          <p:spTgt spid="15364"/>
                                        </p:tgtEl>
                                        <p:attrNameLst>
                                          <p:attrName>ppt_x</p:attrName>
                                        </p:attrNameLst>
                                      </p:cBhvr>
                                    </p:anim>
                                    <p:anim from="(-#ppt_h/2)" to="(#ppt_y)" calcmode="lin" valueType="num">
                                      <p:cBhvr>
                                        <p:cTn id="9" dur="1000" fill="hold">
                                          <p:stCondLst>
                                            <p:cond delay="0"/>
                                          </p:stCondLst>
                                        </p:cTn>
                                        <p:tgtEl>
                                          <p:spTgt spid="15364"/>
                                        </p:tgtEl>
                                        <p:attrNameLst>
                                          <p:attrName>ppt_y</p:attrName>
                                        </p:attrNameLst>
                                      </p:cBhvr>
                                    </p:anim>
                                    <p:animRot by="21600000">
                                      <p:cBhvr>
                                        <p:cTn id="10" dur="1000" fill="hold">
                                          <p:stCondLst>
                                            <p:cond delay="0"/>
                                          </p:stCondLst>
                                        </p:cTn>
                                        <p:tgtEl>
                                          <p:spTgt spid="1536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4"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40" name="Rectangle 4"/>
          <p:cNvSpPr>
            <a:spLocks noGrp="1" noChangeArrowheads="1"/>
          </p:cNvSpPr>
          <p:nvPr>
            <p:ph type="title"/>
          </p:nvPr>
        </p:nvSpPr>
        <p:spPr/>
        <p:txBody>
          <a:bodyPr vert="horz" anchor="t">
            <a:no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4000" b="0" i="0" u="none" strike="noStrike" kern="1200" cap="none" spc="-100" normalizeH="0" baseline="0" noProof="0" dirty="0" err="1" smtClean="0">
                <a:ln>
                  <a:noFill/>
                </a:ln>
                <a:solidFill>
                  <a:schemeClr val="accent2">
                    <a:lumMod val="60000"/>
                    <a:lumOff val="40000"/>
                  </a:schemeClr>
                </a:solidFill>
                <a:effectLst/>
                <a:uLnTx/>
                <a:uFillTx/>
                <a:latin typeface="+mj-lt"/>
                <a:ea typeface="+mj-ea"/>
                <a:cs typeface="+mj-cs"/>
              </a:rPr>
              <a:t>Anoscope</a:t>
            </a:r>
            <a:r>
              <a:rPr kumimoji="0" lang="en-US" sz="4000" b="0" i="0" u="none" strike="noStrike" kern="1200" cap="none" spc="-100" normalizeH="0" baseline="0" noProof="0" dirty="0" smtClean="0">
                <a:ln>
                  <a:noFill/>
                </a:ln>
                <a:solidFill>
                  <a:schemeClr val="accent2">
                    <a:lumMod val="60000"/>
                    <a:lumOff val="40000"/>
                  </a:schemeClr>
                </a:solidFill>
                <a:effectLst/>
                <a:uLnTx/>
                <a:uFillTx/>
                <a:latin typeface="+mj-lt"/>
                <a:ea typeface="+mj-ea"/>
                <a:cs typeface="+mj-cs"/>
              </a:rPr>
              <a:t> with </a:t>
            </a:r>
            <a:r>
              <a:rPr kumimoji="0" lang="en-US" sz="4000" b="0" i="0" u="none" strike="noStrike" kern="1200" cap="none" spc="-100" normalizeH="0" baseline="0" noProof="0" dirty="0" err="1" smtClean="0">
                <a:ln>
                  <a:noFill/>
                </a:ln>
                <a:solidFill>
                  <a:schemeClr val="accent2">
                    <a:lumMod val="60000"/>
                    <a:lumOff val="40000"/>
                  </a:schemeClr>
                </a:solidFill>
                <a:effectLst/>
                <a:uLnTx/>
                <a:uFillTx/>
                <a:latin typeface="+mj-lt"/>
                <a:ea typeface="+mj-ea"/>
                <a:cs typeface="+mj-cs"/>
              </a:rPr>
              <a:t>Obturator</a:t>
            </a:r>
            <a:endParaRPr kumimoji="0" lang="en-US" sz="4000" b="0" i="0" u="none" strike="noStrike" kern="1200" cap="none" spc="-100" normalizeH="0" baseline="0" noProof="0" dirty="0" smtClean="0">
              <a:ln>
                <a:noFill/>
              </a:ln>
              <a:solidFill>
                <a:schemeClr val="accent2">
                  <a:lumMod val="60000"/>
                  <a:lumOff val="40000"/>
                </a:schemeClr>
              </a:solidFill>
              <a:effectLst/>
              <a:uLnTx/>
              <a:uFillTx/>
              <a:latin typeface="+mj-lt"/>
              <a:ea typeface="+mj-ea"/>
              <a:cs typeface="+mj-cs"/>
            </a:endParaRPr>
          </a:p>
        </p:txBody>
      </p:sp>
      <p:sp>
        <p:nvSpPr>
          <p:cNvPr id="107523" name="Rectangle 6"/>
          <p:cNvSpPr>
            <a:spLocks noGrp="1"/>
          </p:cNvSpPr>
          <p:nvPr>
            <p:ph type="body" sz="half" idx="2"/>
          </p:nvPr>
        </p:nvSpPr>
        <p:spPr>
          <a:xfrm>
            <a:off x="4648200" y="1143000"/>
            <a:ext cx="4495800" cy="5257800"/>
          </a:xfrm>
          <a:ln/>
        </p:spPr>
        <p:txBody>
          <a:bodyPr vert="horz" wrap="square" lIns="91440" tIns="45720" rIns="91440" bIns="45720" anchor="t" anchorCtr="0"/>
          <a:p>
            <a:pPr eaLnBrk="1" hangingPunct="1">
              <a:buClr>
                <a:srgbClr val="FE94FE"/>
              </a:buClr>
              <a:buSzPct val="95000"/>
              <a:buFont typeface="Wingdings" panose="05000000000000000000" pitchFamily="2" charset="2"/>
            </a:pPr>
            <a:r>
              <a:rPr sz="2800" dirty="0">
                <a:solidFill>
                  <a:srgbClr val="FFFF00"/>
                </a:solidFill>
              </a:rPr>
              <a:t>Used to visualize the rectum and lumen of the sigmoid colon</a:t>
            </a:r>
            <a:endParaRPr sz="2800" dirty="0">
              <a:solidFill>
                <a:srgbClr val="FFFF00"/>
              </a:solidFill>
            </a:endParaRPr>
          </a:p>
          <a:p>
            <a:pPr eaLnBrk="1" hangingPunct="1">
              <a:buClr>
                <a:srgbClr val="FE94FE"/>
              </a:buClr>
              <a:buSzPct val="95000"/>
              <a:buFont typeface="Wingdings" panose="05000000000000000000" pitchFamily="2" charset="2"/>
            </a:pPr>
            <a:r>
              <a:rPr sz="2800" dirty="0">
                <a:solidFill>
                  <a:srgbClr val="FFFF00"/>
                </a:solidFill>
              </a:rPr>
              <a:t>Used to examine anal canal and distal aspect of the rectum</a:t>
            </a:r>
            <a:endParaRPr sz="2800" dirty="0">
              <a:solidFill>
                <a:srgbClr val="FFFF00"/>
              </a:solidFill>
            </a:endParaRPr>
          </a:p>
          <a:p>
            <a:pPr eaLnBrk="1" hangingPunct="1">
              <a:buClr>
                <a:srgbClr val="FE94FE"/>
              </a:buClr>
              <a:buSzPct val="95000"/>
              <a:buFont typeface="Wingdings" panose="05000000000000000000" pitchFamily="2" charset="2"/>
            </a:pPr>
            <a:r>
              <a:rPr sz="2800" dirty="0">
                <a:solidFill>
                  <a:srgbClr val="FFFF00"/>
                </a:solidFill>
              </a:rPr>
              <a:t>Consists of a stylus or removable plug (Obturator) used during the insertion of many tubular instruments (Anoscope). </a:t>
            </a:r>
            <a:endParaRPr sz="2800" dirty="0">
              <a:solidFill>
                <a:srgbClr val="FFFF00"/>
              </a:solidFill>
            </a:endParaRPr>
          </a:p>
        </p:txBody>
      </p:sp>
      <p:pic>
        <p:nvPicPr>
          <p:cNvPr id="107524" name="Picture 7" descr="P1020151"/>
          <p:cNvPicPr>
            <a:picLocks noChangeAspect="1"/>
          </p:cNvPicPr>
          <p:nvPr>
            <p:ph sz="half" idx="1"/>
          </p:nvPr>
        </p:nvPicPr>
        <p:blipFill>
          <a:blip r:embed="rId1"/>
          <a:srcRect/>
          <a:stretch>
            <a:fillRect/>
          </a:stretch>
        </p:blipFill>
        <p:spPr>
          <a:xfrm>
            <a:off x="457200" y="2584450"/>
            <a:ext cx="4038600" cy="2560638"/>
          </a:xfrm>
          <a:ln/>
        </p:spPr>
      </p:pic>
      <p:sp>
        <p:nvSpPr>
          <p:cNvPr id="107525" name="Line 8"/>
          <p:cNvSpPr/>
          <p:nvPr/>
        </p:nvSpPr>
        <p:spPr>
          <a:xfrm flipH="1" flipV="1">
            <a:off x="3886200" y="3352800"/>
            <a:ext cx="1143000" cy="685800"/>
          </a:xfrm>
          <a:prstGeom prst="line">
            <a:avLst/>
          </a:prstGeom>
          <a:ln w="28575" cap="flat" cmpd="sng">
            <a:solidFill>
              <a:srgbClr val="800080"/>
            </a:solidFill>
            <a:prstDash val="solid"/>
            <a:headEnd type="none" w="med" len="med"/>
            <a:tailEnd type="triangle" w="med" len="med"/>
          </a:ln>
        </p:spPr>
      </p:sp>
      <p:sp>
        <p:nvSpPr>
          <p:cNvPr id="107526" name="Line 9"/>
          <p:cNvSpPr/>
          <p:nvPr/>
        </p:nvSpPr>
        <p:spPr>
          <a:xfrm flipH="1" flipV="1">
            <a:off x="1295400" y="4648200"/>
            <a:ext cx="3657600" cy="838200"/>
          </a:xfrm>
          <a:prstGeom prst="line">
            <a:avLst/>
          </a:prstGeom>
          <a:ln w="28575" cap="flat" cmpd="sng">
            <a:solidFill>
              <a:srgbClr val="800080"/>
            </a:solidFill>
            <a:prstDash val="solid"/>
            <a:headEnd type="none" w="med" len="med"/>
            <a:tailEnd type="triangle" w="med" len="med"/>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afterEffect">
                                  <p:stCondLst>
                                    <p:cond delay="0"/>
                                  </p:stCondLst>
                                  <p:iterate type="lt">
                                    <p:tmPct val="5000"/>
                                  </p:iterate>
                                  <p:childTnLst>
                                    <p:set>
                                      <p:cBhvr>
                                        <p:cTn id="6" dur="1" fill="hold">
                                          <p:stCondLst>
                                            <p:cond delay="0"/>
                                          </p:stCondLst>
                                        </p:cTn>
                                        <p:tgtEl>
                                          <p:spTgt spid="14340"/>
                                        </p:tgtEl>
                                        <p:attrNameLst>
                                          <p:attrName>style.visibility</p:attrName>
                                        </p:attrNameLst>
                                      </p:cBhvr>
                                      <p:to>
                                        <p:strVal val="visible"/>
                                      </p:to>
                                    </p:set>
                                    <p:anim calcmode="lin" valueType="num">
                                      <p:cBhvr>
                                        <p:cTn id="7" dur="1000" fill="hold"/>
                                        <p:tgtEl>
                                          <p:spTgt spid="14340"/>
                                        </p:tgtEl>
                                        <p:attrNameLst>
                                          <p:attrName>ppt_w</p:attrName>
                                        </p:attrNameLst>
                                      </p:cBhvr>
                                      <p:tavLst>
                                        <p:tav tm="0">
                                          <p:val>
                                            <p:fltVal val="0.000000"/>
                                          </p:val>
                                        </p:tav>
                                        <p:tav tm="100000">
                                          <p:val>
                                            <p:strVal val="#ppt_w"/>
                                          </p:val>
                                        </p:tav>
                                      </p:tavLst>
                                    </p:anim>
                                    <p:anim calcmode="lin" valueType="num">
                                      <p:cBhvr>
                                        <p:cTn id="8" dur="1000" fill="hold"/>
                                        <p:tgtEl>
                                          <p:spTgt spid="14340"/>
                                        </p:tgtEl>
                                        <p:attrNameLst>
                                          <p:attrName>ppt_h</p:attrName>
                                        </p:attrNameLst>
                                      </p:cBhvr>
                                      <p:tavLst>
                                        <p:tav tm="0">
                                          <p:val>
                                            <p:fltVal val="0.000000"/>
                                          </p:val>
                                        </p:tav>
                                        <p:tav tm="100000">
                                          <p:val>
                                            <p:strVal val="#ppt_h"/>
                                          </p:val>
                                        </p:tav>
                                      </p:tavLst>
                                    </p:anim>
                                    <p:anim calcmode="lin" valueType="num">
                                      <p:cBhvr>
                                        <p:cTn id="9" dur="1000" fill="hold"/>
                                        <p:tgtEl>
                                          <p:spTgt spid="14340"/>
                                        </p:tgtEl>
                                        <p:attrNameLst>
                                          <p:attrName>style.rotation</p:attrName>
                                        </p:attrNameLst>
                                      </p:cBhvr>
                                      <p:tavLst>
                                        <p:tav tm="0">
                                          <p:val>
                                            <p:fltVal val="90.000000"/>
                                          </p:val>
                                        </p:tav>
                                        <p:tav tm="100000">
                                          <p:val>
                                            <p:fltVal val="0.000000"/>
                                          </p:val>
                                        </p:tav>
                                      </p:tavLst>
                                    </p:anim>
                                    <p:animEffect transition="in" filter="fade">
                                      <p:cBhvr>
                                        <p:cTn id="10" dur="1000"/>
                                        <p:tgtEl>
                                          <p:spTgt spid="143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0"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Rectangle 2"/>
          <p:cNvSpPr>
            <a:spLocks noGrp="1" noChangeArrowheads="1"/>
          </p:cNvSpPr>
          <p:nvPr>
            <p:ph type="title"/>
          </p:nvPr>
        </p:nvSpPr>
        <p:spPr/>
        <p:txBody>
          <a:bodyPr vert="horz" anchor="t">
            <a:no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4000" b="0" i="0" u="none" strike="noStrike" kern="1200" cap="none" spc="-100" normalizeH="0" baseline="0" noProof="0" dirty="0" smtClean="0">
                <a:ln>
                  <a:noFill/>
                </a:ln>
                <a:solidFill>
                  <a:schemeClr val="accent2">
                    <a:lumMod val="60000"/>
                    <a:lumOff val="40000"/>
                  </a:schemeClr>
                </a:solidFill>
                <a:effectLst/>
                <a:uLnTx/>
                <a:uFillTx/>
                <a:latin typeface="+mj-lt"/>
                <a:ea typeface="+mj-ea"/>
                <a:cs typeface="+mj-cs"/>
              </a:rPr>
              <a:t>Vaginal Speculum</a:t>
            </a:r>
            <a:r>
              <a:rPr kumimoji="0" lang="en-US" sz="4000" b="0" i="0" u="none" strike="noStrike" kern="1200" cap="none" spc="-100" normalizeH="0" baseline="0" noProof="0" dirty="0" smtClean="0">
                <a:ln>
                  <a:noFill/>
                </a:ln>
                <a:solidFill>
                  <a:srgbClr val="FFFF00"/>
                </a:solidFill>
                <a:effectLst/>
                <a:uLnTx/>
                <a:uFillTx/>
                <a:latin typeface="+mj-lt"/>
                <a:ea typeface="+mj-ea"/>
                <a:cs typeface="+mj-cs"/>
              </a:rPr>
              <a:t>	</a:t>
            </a:r>
            <a:endParaRPr kumimoji="0" lang="en-US" sz="4000" b="0" i="0" u="none" strike="noStrike" kern="1200" cap="none" spc="-100" normalizeH="0" baseline="0" noProof="0" dirty="0" smtClean="0">
              <a:ln>
                <a:noFill/>
              </a:ln>
              <a:solidFill>
                <a:srgbClr val="FFFF00"/>
              </a:solidFill>
              <a:effectLst/>
              <a:uLnTx/>
              <a:uFillTx/>
              <a:latin typeface="+mj-lt"/>
              <a:ea typeface="+mj-ea"/>
              <a:cs typeface="+mj-cs"/>
            </a:endParaRPr>
          </a:p>
        </p:txBody>
      </p:sp>
      <p:sp>
        <p:nvSpPr>
          <p:cNvPr id="108547" name="Rectangle 4"/>
          <p:cNvSpPr>
            <a:spLocks noGrp="1"/>
          </p:cNvSpPr>
          <p:nvPr>
            <p:ph type="body" sz="half" idx="1"/>
          </p:nvPr>
        </p:nvSpPr>
        <p:spPr>
          <a:xfrm>
            <a:off x="304800" y="1219200"/>
            <a:ext cx="4191000" cy="4911725"/>
          </a:xfrm>
          <a:ln/>
        </p:spPr>
        <p:txBody>
          <a:bodyPr vert="horz" wrap="square" lIns="91440" tIns="45720" rIns="91440" bIns="45720" anchor="t" anchorCtr="0"/>
          <a:p>
            <a:pPr eaLnBrk="1" hangingPunct="1">
              <a:buClr>
                <a:srgbClr val="FE94FE"/>
              </a:buClr>
              <a:buSzPct val="95000"/>
              <a:buFont typeface="Wingdings" panose="05000000000000000000" pitchFamily="2" charset="2"/>
            </a:pPr>
            <a:r>
              <a:rPr sz="3200" dirty="0">
                <a:solidFill>
                  <a:srgbClr val="FFFF00"/>
                </a:solidFill>
              </a:rPr>
              <a:t>Used during gynecological exam or procedure</a:t>
            </a:r>
            <a:endParaRPr sz="3200" dirty="0">
              <a:solidFill>
                <a:srgbClr val="FFFF00"/>
              </a:solidFill>
            </a:endParaRPr>
          </a:p>
          <a:p>
            <a:pPr eaLnBrk="1" hangingPunct="1">
              <a:buClr>
                <a:srgbClr val="FE94FE"/>
              </a:buClr>
              <a:buSzPct val="95000"/>
              <a:buFont typeface="Wingdings" panose="05000000000000000000" pitchFamily="2" charset="2"/>
            </a:pPr>
            <a:r>
              <a:rPr sz="3200" dirty="0">
                <a:solidFill>
                  <a:srgbClr val="FFFF00"/>
                </a:solidFill>
              </a:rPr>
              <a:t>Dilates the opening of the vaginal cavity, allowing for inspection of the vagina and cervix</a:t>
            </a:r>
            <a:endParaRPr sz="3200" dirty="0">
              <a:solidFill>
                <a:srgbClr val="FFFF00"/>
              </a:solidFill>
            </a:endParaRPr>
          </a:p>
          <a:p>
            <a:pPr eaLnBrk="1" hangingPunct="1">
              <a:buClr>
                <a:srgbClr val="FE94FE"/>
              </a:buClr>
              <a:buSzPct val="95000"/>
              <a:buFont typeface="Wingdings" panose="05000000000000000000" pitchFamily="2" charset="2"/>
            </a:pPr>
            <a:r>
              <a:rPr sz="3200" dirty="0">
                <a:solidFill>
                  <a:srgbClr val="FFFF00"/>
                </a:solidFill>
              </a:rPr>
              <a:t>Facilitates access for observation and treatment</a:t>
            </a:r>
            <a:endParaRPr sz="3200" dirty="0">
              <a:solidFill>
                <a:srgbClr val="FFFF00"/>
              </a:solidFill>
            </a:endParaRPr>
          </a:p>
        </p:txBody>
      </p:sp>
      <p:pic>
        <p:nvPicPr>
          <p:cNvPr id="108548" name="Picture 6" descr="P1020141"/>
          <p:cNvPicPr>
            <a:picLocks noChangeAspect="1"/>
          </p:cNvPicPr>
          <p:nvPr>
            <p:ph sz="half" idx="2"/>
          </p:nvPr>
        </p:nvPicPr>
        <p:blipFill>
          <a:blip r:embed="rId1"/>
          <a:srcRect/>
          <a:stretch>
            <a:fillRect/>
          </a:stretch>
        </p:blipFill>
        <p:spPr>
          <a:xfrm>
            <a:off x="4648200" y="2286000"/>
            <a:ext cx="4038600" cy="3100388"/>
          </a:xfrm>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0" presetClass="entr" presetSubtype="0" fill="hold" grpId="0" nodeType="afterEffect">
                                  <p:stCondLst>
                                    <p:cond delay="0"/>
                                  </p:stCondLst>
                                  <p:iterate type="lt">
                                    <p:tmPct val="10000"/>
                                  </p:iterate>
                                  <p:childTnLst>
                                    <p:set>
                                      <p:cBhvr>
                                        <p:cTn id="6" dur="1" fill="hold">
                                          <p:stCondLst>
                                            <p:cond delay="0"/>
                                          </p:stCondLst>
                                        </p:cTn>
                                        <p:tgtEl>
                                          <p:spTgt spid="12290"/>
                                        </p:tgtEl>
                                        <p:attrNameLst>
                                          <p:attrName>style.visibility</p:attrName>
                                        </p:attrNameLst>
                                      </p:cBhvr>
                                      <p:to>
                                        <p:strVal val="visible"/>
                                      </p:to>
                                    </p:set>
                                    <p:animEffect transition="in" filter="fade">
                                      <p:cBhvr>
                                        <p:cTn id="7" dur="500"/>
                                        <p:tgtEl>
                                          <p:spTgt spid="12290"/>
                                        </p:tgtEl>
                                      </p:cBhvr>
                                    </p:animEffect>
                                    <p:anim calcmode="lin" valueType="num">
                                      <p:cBhvr>
                                        <p:cTn id="8" dur="500" fill="hold"/>
                                        <p:tgtEl>
                                          <p:spTgt spid="12290"/>
                                        </p:tgtEl>
                                        <p:attrNameLst>
                                          <p:attrName>ppt_x</p:attrName>
                                        </p:attrNameLst>
                                      </p:cBhvr>
                                      <p:tavLst>
                                        <p:tav tm="0">
                                          <p:val>
                                            <p:strVal val="#ppt_x-.1"/>
                                          </p:val>
                                        </p:tav>
                                        <p:tav tm="100000">
                                          <p:val>
                                            <p:strVal val="#ppt_x"/>
                                          </p:val>
                                        </p:tav>
                                      </p:tavLst>
                                    </p:anim>
                                    <p:anim calcmode="lin" valueType="num">
                                      <p:cBhvr>
                                        <p:cTn id="9" dur="500" fill="hold"/>
                                        <p:tgtEl>
                                          <p:spTgt spid="1229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Title 1"/>
          <p:cNvSpPr>
            <a:spLocks noGrp="1"/>
          </p:cNvSpPr>
          <p:nvPr>
            <p:ph type="title"/>
          </p:nvPr>
        </p:nvSpPr>
        <p:spPr/>
        <p:txBody>
          <a:bodyPr vert="horz" anchor="t">
            <a:no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4400" b="0" i="0" u="none" strike="noStrike" kern="1200" cap="none" spc="-100" normalizeH="0" baseline="0" noProof="0" dirty="0" smtClean="0">
                <a:ln>
                  <a:noFill/>
                </a:ln>
                <a:solidFill>
                  <a:schemeClr val="accent2">
                    <a:lumMod val="60000"/>
                    <a:lumOff val="40000"/>
                  </a:schemeClr>
                </a:solidFill>
                <a:effectLst/>
                <a:uLnTx/>
                <a:uFillTx/>
                <a:latin typeface="+mj-lt"/>
                <a:ea typeface="+mj-ea"/>
                <a:cs typeface="+mj-cs"/>
              </a:rPr>
              <a:t>ANAESTHESIA</a:t>
            </a:r>
            <a:endParaRPr kumimoji="0" lang="en-US" sz="4400" b="0" i="0" u="none" strike="noStrike" kern="1200" cap="none" spc="-100" normalizeH="0" baseline="0" noProof="0" dirty="0" smtClean="0">
              <a:ln>
                <a:noFill/>
              </a:ln>
              <a:solidFill>
                <a:schemeClr val="accent2">
                  <a:lumMod val="60000"/>
                  <a:lumOff val="40000"/>
                </a:schemeClr>
              </a:solidFill>
              <a:effectLst/>
              <a:uLnTx/>
              <a:uFillTx/>
              <a:latin typeface="+mj-lt"/>
              <a:ea typeface="+mj-ea"/>
              <a:cs typeface="+mj-cs"/>
            </a:endParaRPr>
          </a:p>
        </p:txBody>
      </p:sp>
      <p:sp>
        <p:nvSpPr>
          <p:cNvPr id="102403" name="Content Placeholder 2"/>
          <p:cNvSpPr>
            <a:spLocks noGrp="1"/>
          </p:cNvSpPr>
          <p:nvPr>
            <p:ph idx="1"/>
          </p:nvPr>
        </p:nvSpPr>
        <p:spPr/>
        <p:txBody>
          <a:bodyPr vert="horz" wrap="square" lIns="91440" tIns="45720" rIns="91440" bIns="45720" numCol="1" anchor="t" anchorCtr="0" compatLnSpc="1"/>
          <a:lstStyle/>
          <a:p>
            <a:pPr marL="411480" marR="0" lvl="0" indent="-342900" algn="l" defTabSz="914400" rtl="0" eaLnBrk="1" fontAlgn="base" latinLnBrk="0" hangingPunct="1">
              <a:lnSpc>
                <a:spcPct val="100000"/>
              </a:lnSpc>
              <a:spcBef>
                <a:spcPts val="700"/>
              </a:spcBef>
              <a:spcAft>
                <a:spcPct val="0"/>
              </a:spcAft>
              <a:buClr>
                <a:schemeClr val="tx2"/>
              </a:buClr>
              <a:buSzPct val="95000"/>
              <a:buFont typeface="Arial" panose="020B0604020202020204" pitchFamily="34" charset="0"/>
              <a:buNone/>
              <a:defRPr/>
            </a:pPr>
            <a:r>
              <a:rPr kumimoji="0" lang="en-US" sz="4000" b="0" i="0" u="none" strike="noStrike" kern="1200" cap="none" spc="0" normalizeH="0" baseline="0" noProof="0" dirty="0" smtClean="0">
                <a:ln>
                  <a:noFill/>
                </a:ln>
                <a:solidFill>
                  <a:srgbClr val="FFFF00"/>
                </a:solidFill>
                <a:effectLst/>
                <a:uLnTx/>
                <a:uFillTx/>
                <a:latin typeface="+mn-lt"/>
                <a:ea typeface="+mn-ea"/>
                <a:cs typeface="+mn-cs"/>
              </a:rPr>
              <a:t>DFN- this is the loss of pain and sensation to a part or the whole body induced  by drugs</a:t>
            </a:r>
            <a:endParaRPr kumimoji="0" lang="en-US" sz="4000" b="0" i="0" u="none" strike="noStrike" kern="1200" cap="none" spc="0" normalizeH="0" baseline="0" noProof="0" dirty="0" smtClean="0">
              <a:ln>
                <a:noFill/>
              </a:ln>
              <a:solidFill>
                <a:srgbClr val="FFFF00"/>
              </a:solidFill>
              <a:effectLst/>
              <a:uLnTx/>
              <a:uFillTx/>
              <a:latin typeface="+mn-lt"/>
              <a:ea typeface="+mn-ea"/>
              <a:cs typeface="+mn-cs"/>
            </a:endParaRPr>
          </a:p>
          <a:p>
            <a:pPr marL="411480" marR="0" lvl="0" indent="-342900" algn="l" defTabSz="914400" rtl="0" eaLnBrk="1" fontAlgn="base" latinLnBrk="0" hangingPunct="1">
              <a:lnSpc>
                <a:spcPct val="100000"/>
              </a:lnSpc>
              <a:spcBef>
                <a:spcPts val="700"/>
              </a:spcBef>
              <a:spcAft>
                <a:spcPct val="0"/>
              </a:spcAft>
              <a:buClr>
                <a:schemeClr val="tx2"/>
              </a:buClr>
              <a:buSzPct val="95000"/>
              <a:buFont typeface="Arial" panose="020B0604020202020204" pitchFamily="34" charset="0"/>
              <a:buNone/>
              <a:defRPr/>
            </a:pPr>
            <a:endParaRPr kumimoji="0" lang="en-US" sz="4000" b="0" i="0" u="none" strike="noStrike" kern="1200" cap="none" spc="0" normalizeH="0" baseline="0" noProof="0" dirty="0" smtClean="0">
              <a:ln>
                <a:noFill/>
              </a:ln>
              <a:solidFill>
                <a:schemeClr val="accent2">
                  <a:lumMod val="60000"/>
                  <a:lumOff val="40000"/>
                </a:schemeClr>
              </a:solidFill>
              <a:effectLst/>
              <a:uLnTx/>
              <a:uFillTx/>
              <a:latin typeface="+mn-lt"/>
              <a:ea typeface="+mn-ea"/>
              <a:cs typeface="+mn-cs"/>
            </a:endParaRPr>
          </a:p>
          <a:p>
            <a:pPr marL="411480" marR="0" lvl="0" indent="-342900" algn="l" defTabSz="914400" rtl="0" eaLnBrk="1" fontAlgn="base" latinLnBrk="0" hangingPunct="1">
              <a:lnSpc>
                <a:spcPct val="100000"/>
              </a:lnSpc>
              <a:spcBef>
                <a:spcPts val="700"/>
              </a:spcBef>
              <a:spcAft>
                <a:spcPct val="0"/>
              </a:spcAft>
              <a:buClr>
                <a:schemeClr val="tx2"/>
              </a:buClr>
              <a:buSzPct val="95000"/>
              <a:buFont typeface="Arial" panose="020B0604020202020204" pitchFamily="34" charset="0"/>
              <a:buNone/>
              <a:defRPr/>
            </a:pPr>
            <a:r>
              <a:rPr kumimoji="0" lang="en-US" sz="4000" b="1" i="0" u="sng" strike="noStrike" kern="1200" cap="none" spc="0" normalizeH="0" baseline="0" noProof="0" dirty="0" smtClean="0">
                <a:ln>
                  <a:noFill/>
                </a:ln>
                <a:solidFill>
                  <a:schemeClr val="accent2">
                    <a:lumMod val="60000"/>
                    <a:lumOff val="40000"/>
                  </a:schemeClr>
                </a:solidFill>
                <a:effectLst/>
                <a:uLnTx/>
                <a:uFillTx/>
                <a:latin typeface="+mn-lt"/>
                <a:ea typeface="+mn-ea"/>
                <a:cs typeface="+mn-cs"/>
              </a:rPr>
              <a:t>Types </a:t>
            </a:r>
            <a:endParaRPr kumimoji="0" lang="en-US" sz="4000" b="1" i="0" u="sng" strike="noStrike" kern="1200" cap="none" spc="0" normalizeH="0" baseline="0" noProof="0" dirty="0" smtClean="0">
              <a:ln>
                <a:noFill/>
              </a:ln>
              <a:solidFill>
                <a:schemeClr val="accent2">
                  <a:lumMod val="60000"/>
                  <a:lumOff val="40000"/>
                </a:schemeClr>
              </a:solidFill>
              <a:effectLst/>
              <a:uLnTx/>
              <a:uFillTx/>
              <a:latin typeface="+mn-lt"/>
              <a:ea typeface="+mn-ea"/>
              <a:cs typeface="+mn-cs"/>
            </a:endParaRPr>
          </a:p>
          <a:p>
            <a:pPr marL="411480" marR="0" lvl="0" indent="-342900" algn="l" defTabSz="914400" rtl="0" eaLnBrk="1" fontAlgn="base" latinLnBrk="0" hangingPunct="1">
              <a:lnSpc>
                <a:spcPct val="100000"/>
              </a:lnSpc>
              <a:spcBef>
                <a:spcPts val="700"/>
              </a:spcBef>
              <a:spcAft>
                <a:spcPct val="0"/>
              </a:spcAft>
              <a:buClr>
                <a:schemeClr val="tx2"/>
              </a:buClr>
              <a:buSzPct val="95000"/>
              <a:buFont typeface="Wingdings" panose="05000000000000000000" pitchFamily="2" charset="2"/>
              <a:buChar char="Ø"/>
              <a:defRPr/>
            </a:pPr>
            <a:r>
              <a:rPr kumimoji="0" lang="en-US" sz="4000" b="0" i="0" u="none" strike="noStrike" kern="1200" cap="none" spc="0" normalizeH="0" baseline="0" noProof="0" dirty="0" smtClean="0">
                <a:ln>
                  <a:noFill/>
                </a:ln>
                <a:solidFill>
                  <a:srgbClr val="FFFF00"/>
                </a:solidFill>
                <a:effectLst/>
                <a:uLnTx/>
                <a:uFillTx/>
                <a:latin typeface="+mn-lt"/>
                <a:ea typeface="+mn-ea"/>
                <a:cs typeface="+mn-cs"/>
              </a:rPr>
              <a:t>Local</a:t>
            </a:r>
            <a:endParaRPr kumimoji="0" lang="en-US" sz="4000" b="0" i="0" u="none" strike="noStrike" kern="1200" cap="none" spc="0" normalizeH="0" baseline="0" noProof="0" dirty="0" smtClean="0">
              <a:ln>
                <a:noFill/>
              </a:ln>
              <a:solidFill>
                <a:srgbClr val="FFFF00"/>
              </a:solidFill>
              <a:effectLst/>
              <a:uLnTx/>
              <a:uFillTx/>
              <a:latin typeface="+mn-lt"/>
              <a:ea typeface="+mn-ea"/>
              <a:cs typeface="+mn-cs"/>
            </a:endParaRPr>
          </a:p>
          <a:p>
            <a:pPr marL="411480" marR="0" lvl="0" indent="-342900" algn="l" defTabSz="914400" rtl="0" eaLnBrk="1" fontAlgn="base" latinLnBrk="0" hangingPunct="1">
              <a:lnSpc>
                <a:spcPct val="100000"/>
              </a:lnSpc>
              <a:spcBef>
                <a:spcPts val="700"/>
              </a:spcBef>
              <a:spcAft>
                <a:spcPct val="0"/>
              </a:spcAft>
              <a:buClr>
                <a:schemeClr val="tx2"/>
              </a:buClr>
              <a:buSzPct val="95000"/>
              <a:buFont typeface="Wingdings" panose="05000000000000000000" pitchFamily="2" charset="2"/>
              <a:buChar char="Ø"/>
              <a:defRPr/>
            </a:pPr>
            <a:r>
              <a:rPr kumimoji="0" lang="en-US" sz="4000" b="0" i="0" u="none" strike="noStrike" kern="1200" cap="none" spc="0" normalizeH="0" baseline="0" noProof="0" dirty="0" smtClean="0">
                <a:ln>
                  <a:noFill/>
                </a:ln>
                <a:solidFill>
                  <a:srgbClr val="FFFF00"/>
                </a:solidFill>
                <a:effectLst/>
                <a:uLnTx/>
                <a:uFillTx/>
                <a:latin typeface="+mn-lt"/>
                <a:ea typeface="+mn-ea"/>
                <a:cs typeface="+mn-cs"/>
              </a:rPr>
              <a:t> General Anesthesia </a:t>
            </a:r>
            <a:endParaRPr kumimoji="0" lang="en-US" sz="4000" b="0" i="0" u="none" strike="noStrike" kern="1200" cap="none" spc="0" normalizeH="0" baseline="0" noProof="0" dirty="0" smtClean="0">
              <a:ln>
                <a:noFill/>
              </a:ln>
              <a:solidFill>
                <a:srgbClr val="FFFF00"/>
              </a:solidFill>
              <a:effectLst/>
              <a:uLnTx/>
              <a:uFillTx/>
              <a:latin typeface="+mn-lt"/>
              <a:ea typeface="+mn-ea"/>
              <a:cs typeface="+mn-cs"/>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Title 1"/>
          <p:cNvSpPr>
            <a:spLocks noGrp="1"/>
          </p:cNvSpPr>
          <p:nvPr>
            <p:ph type="title"/>
          </p:nvPr>
        </p:nvSpPr>
        <p:spPr/>
        <p:txBody>
          <a:bodyPr vert="horz" anchor="t">
            <a:no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4000" b="0" i="0" u="none" strike="noStrike" kern="1200" cap="none" spc="-100" normalizeH="0" baseline="0" noProof="0" dirty="0" smtClean="0">
                <a:ln>
                  <a:noFill/>
                </a:ln>
                <a:solidFill>
                  <a:schemeClr val="accent2">
                    <a:lumMod val="60000"/>
                    <a:lumOff val="40000"/>
                  </a:schemeClr>
                </a:solidFill>
                <a:effectLst/>
                <a:uLnTx/>
                <a:uFillTx/>
                <a:latin typeface="+mj-lt"/>
                <a:ea typeface="+mj-ea"/>
                <a:cs typeface="+mj-cs"/>
              </a:rPr>
              <a:t>General anesthesia </a:t>
            </a:r>
            <a:endParaRPr kumimoji="0" lang="en-US" sz="4000" b="0" i="0" u="none" strike="noStrike" kern="1200" cap="none" spc="-100" normalizeH="0" baseline="0" noProof="0" dirty="0" smtClean="0">
              <a:ln>
                <a:noFill/>
              </a:ln>
              <a:solidFill>
                <a:schemeClr val="accent2">
                  <a:lumMod val="60000"/>
                  <a:lumOff val="40000"/>
                </a:schemeClr>
              </a:solidFill>
              <a:effectLst/>
              <a:uLnTx/>
              <a:uFillTx/>
              <a:latin typeface="+mj-lt"/>
              <a:ea typeface="+mj-ea"/>
              <a:cs typeface="+mj-cs"/>
            </a:endParaRPr>
          </a:p>
        </p:txBody>
      </p:sp>
      <p:sp>
        <p:nvSpPr>
          <p:cNvPr id="103427" name="Content Placeholder 2"/>
          <p:cNvSpPr>
            <a:spLocks noGrp="1"/>
          </p:cNvSpPr>
          <p:nvPr>
            <p:ph idx="1"/>
          </p:nvPr>
        </p:nvSpPr>
        <p:spPr/>
        <p:txBody>
          <a:bodyPr vert="horz" wrap="square" lIns="91440" tIns="45720" rIns="91440" bIns="45720" numCol="1" anchor="t" anchorCtr="0" compatLnSpc="1"/>
          <a:lstStyle/>
          <a:p>
            <a:pPr marL="411480" marR="0" lvl="0" indent="-342900" algn="l" defTabSz="914400" rtl="0" eaLnBrk="1" fontAlgn="base" latinLnBrk="0" hangingPunct="1">
              <a:lnSpc>
                <a:spcPct val="100000"/>
              </a:lnSpc>
              <a:spcBef>
                <a:spcPts val="700"/>
              </a:spcBef>
              <a:spcAft>
                <a:spcPct val="0"/>
              </a:spcAft>
              <a:buClr>
                <a:schemeClr val="tx2"/>
              </a:buClr>
              <a:buSzPct val="95000"/>
              <a:buFont typeface="Wingdings" panose="05000000000000000000" pitchFamily="2" charset="2"/>
              <a:buChar char=""/>
              <a:defRPr/>
            </a:pPr>
            <a:r>
              <a:rPr kumimoji="0" lang="en-US" sz="4000" b="0" i="0" u="none" strike="noStrike" kern="1200" cap="none" spc="0" normalizeH="0" baseline="0" noProof="0" dirty="0" smtClean="0">
                <a:ln>
                  <a:noFill/>
                </a:ln>
                <a:solidFill>
                  <a:schemeClr val="tx2">
                    <a:lumMod val="50000"/>
                  </a:schemeClr>
                </a:solidFill>
                <a:effectLst/>
                <a:uLnTx/>
                <a:uFillTx/>
                <a:latin typeface="+mn-lt"/>
                <a:ea typeface="+mn-ea"/>
                <a:cs typeface="+mn-cs"/>
              </a:rPr>
              <a:t>Totally</a:t>
            </a:r>
            <a:r>
              <a:rPr kumimoji="0" lang="en-US" sz="4000" b="0" i="0" u="none" strike="noStrike" kern="1200" cap="none" spc="0" normalizeH="0" baseline="0" noProof="0" dirty="0" smtClean="0">
                <a:ln>
                  <a:noFill/>
                </a:ln>
                <a:solidFill>
                  <a:srgbClr val="FFFF00"/>
                </a:solidFill>
                <a:effectLst/>
                <a:uLnTx/>
                <a:uFillTx/>
                <a:latin typeface="+mn-lt"/>
                <a:ea typeface="+mn-ea"/>
                <a:cs typeface="+mn-cs"/>
              </a:rPr>
              <a:t> </a:t>
            </a:r>
            <a:r>
              <a:rPr kumimoji="0" lang="en-US" sz="4000" b="0" i="0" u="none" strike="noStrike" kern="1200" cap="none" spc="0" normalizeH="0" baseline="0" noProof="0" dirty="0" smtClean="0">
                <a:ln>
                  <a:noFill/>
                </a:ln>
                <a:solidFill>
                  <a:schemeClr val="accent1">
                    <a:lumMod val="75000"/>
                  </a:schemeClr>
                </a:solidFill>
                <a:effectLst/>
                <a:uLnTx/>
                <a:uFillTx/>
                <a:latin typeface="+mn-lt"/>
                <a:ea typeface="+mn-ea"/>
                <a:cs typeface="+mn-cs"/>
              </a:rPr>
              <a:t>Reversible</a:t>
            </a:r>
            <a:r>
              <a:rPr kumimoji="0" lang="en-US" sz="4000" b="0" i="0" u="none" strike="noStrike" kern="1200" cap="none" spc="0" normalizeH="0" baseline="0" noProof="0" dirty="0" smtClean="0">
                <a:ln>
                  <a:noFill/>
                </a:ln>
                <a:solidFill>
                  <a:srgbClr val="FFFF00"/>
                </a:solidFill>
                <a:effectLst/>
                <a:uLnTx/>
                <a:uFillTx/>
                <a:latin typeface="+mn-lt"/>
                <a:ea typeface="+mn-ea"/>
                <a:cs typeface="+mn-cs"/>
              </a:rPr>
              <a:t> </a:t>
            </a:r>
            <a:r>
              <a:rPr kumimoji="0" lang="en-US" sz="4000" b="0" i="0" u="none" strike="noStrike" kern="1200" cap="none" spc="0" normalizeH="0" baseline="0" noProof="0" dirty="0" smtClean="0">
                <a:ln>
                  <a:noFill/>
                </a:ln>
                <a:solidFill>
                  <a:srgbClr val="FF0000"/>
                </a:solidFill>
                <a:effectLst/>
                <a:uLnTx/>
                <a:uFillTx/>
                <a:latin typeface="+mn-lt"/>
                <a:ea typeface="+mn-ea"/>
                <a:cs typeface="+mn-cs"/>
              </a:rPr>
              <a:t>Induced</a:t>
            </a:r>
            <a:r>
              <a:rPr kumimoji="0" lang="en-US" sz="4000" b="0" i="0" u="none" strike="noStrike" kern="1200" cap="none" spc="0" normalizeH="0" baseline="0" noProof="0" dirty="0" smtClean="0">
                <a:ln>
                  <a:noFill/>
                </a:ln>
                <a:solidFill>
                  <a:srgbClr val="FFFF00"/>
                </a:solidFill>
                <a:effectLst/>
                <a:uLnTx/>
                <a:uFillTx/>
                <a:latin typeface="+mn-lt"/>
                <a:ea typeface="+mn-ea"/>
                <a:cs typeface="+mn-cs"/>
              </a:rPr>
              <a:t> Pharmacological type of Unconsciousness so it can be differentiated from sleep, head injury, hypnosis, drug poisoning , coma or acupuncture</a:t>
            </a:r>
            <a:endParaRPr kumimoji="0" lang="en-US" sz="4000" b="0" i="0" u="none" strike="noStrike" kern="1200" cap="none" spc="0" normalizeH="0" baseline="0" noProof="0" dirty="0" smtClean="0">
              <a:ln>
                <a:noFill/>
              </a:ln>
              <a:solidFill>
                <a:srgbClr val="FFFF00"/>
              </a:solidFill>
              <a:effectLst/>
              <a:uLnTx/>
              <a:uFillTx/>
              <a:latin typeface="+mn-lt"/>
              <a:ea typeface="+mn-ea"/>
              <a:cs typeface="+mn-cs"/>
            </a:endParaRPr>
          </a:p>
          <a:p>
            <a:pPr marL="411480" marR="0" lvl="0" indent="-342900" algn="l" defTabSz="914400" rtl="0" eaLnBrk="1" fontAlgn="base" latinLnBrk="0" hangingPunct="1">
              <a:lnSpc>
                <a:spcPct val="100000"/>
              </a:lnSpc>
              <a:spcBef>
                <a:spcPts val="700"/>
              </a:spcBef>
              <a:spcAft>
                <a:spcPct val="0"/>
              </a:spcAft>
              <a:buClr>
                <a:schemeClr val="tx2"/>
              </a:buClr>
              <a:buSzPct val="95000"/>
              <a:buFont typeface="Wingdings" panose="05000000000000000000" pitchFamily="2" charset="2"/>
              <a:buChar char=""/>
              <a:defRPr/>
            </a:pPr>
            <a:endParaRPr kumimoji="0" lang="en-US" sz="4000" b="0" i="0" u="none" strike="noStrike" kern="1200" cap="none" spc="0" normalizeH="0" baseline="0" noProof="0" dirty="0" smtClean="0">
              <a:ln>
                <a:noFill/>
              </a:ln>
              <a:solidFill>
                <a:srgbClr val="FFFF00"/>
              </a:solidFill>
              <a:effectLst/>
              <a:uLnTx/>
              <a:uFillTx/>
              <a:latin typeface="+mn-lt"/>
              <a:ea typeface="+mn-ea"/>
              <a:cs typeface="+mn-cs"/>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Title 1"/>
          <p:cNvSpPr>
            <a:spLocks noGrp="1"/>
          </p:cNvSpPr>
          <p:nvPr>
            <p:ph type="title"/>
          </p:nvPr>
        </p:nvSpPr>
        <p:spPr/>
        <p:txBody>
          <a:bodyPr vert="horz" anchor="t">
            <a:no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4000" b="0" i="0" u="none" strike="noStrike" kern="1200" cap="none" spc="-100" normalizeH="0" baseline="0" noProof="0" dirty="0" smtClean="0">
                <a:ln>
                  <a:noFill/>
                </a:ln>
                <a:solidFill>
                  <a:schemeClr val="accent2">
                    <a:lumMod val="60000"/>
                    <a:lumOff val="40000"/>
                  </a:schemeClr>
                </a:solidFill>
                <a:effectLst/>
                <a:uLnTx/>
                <a:uFillTx/>
                <a:latin typeface="+mj-lt"/>
                <a:ea typeface="+mj-ea"/>
                <a:cs typeface="+mj-cs"/>
              </a:rPr>
              <a:t>Components of anesthesia</a:t>
            </a:r>
            <a:endParaRPr kumimoji="0" lang="en-US" sz="4000" b="0" i="0" u="none" strike="noStrike" kern="1200" cap="none" spc="-100" normalizeH="0" baseline="0" noProof="0" dirty="0" smtClean="0">
              <a:ln>
                <a:noFill/>
              </a:ln>
              <a:solidFill>
                <a:schemeClr val="accent2">
                  <a:lumMod val="60000"/>
                  <a:lumOff val="40000"/>
                </a:schemeClr>
              </a:solidFill>
              <a:effectLst/>
              <a:uLnTx/>
              <a:uFillTx/>
              <a:latin typeface="+mj-lt"/>
              <a:ea typeface="+mj-ea"/>
              <a:cs typeface="+mj-cs"/>
            </a:endParaRPr>
          </a:p>
        </p:txBody>
      </p:sp>
      <p:sp>
        <p:nvSpPr>
          <p:cNvPr id="3" name="Content Placeholder 2"/>
          <p:cNvSpPr>
            <a:spLocks noGrp="1"/>
          </p:cNvSpPr>
          <p:nvPr>
            <p:ph idx="1"/>
          </p:nvPr>
        </p:nvSpPr>
        <p:spPr/>
        <p:txBody>
          <a:bodyPr vert="horz" wrap="square" lIns="91440" tIns="45720" rIns="91440" bIns="45720" numCol="1" anchor="t" anchorCtr="0" compatLnSpc="1">
            <a:normAutofit/>
          </a:bodyPr>
          <a:lstStyle/>
          <a:p>
            <a:pPr marL="274320" marR="0" lvl="0" indent="-274320" algn="l" defTabSz="914400" rtl="0" eaLnBrk="1" fontAlgn="auto" latinLnBrk="0" hangingPunct="1">
              <a:lnSpc>
                <a:spcPct val="80000"/>
              </a:lnSpc>
              <a:spcBef>
                <a:spcPts val="700"/>
              </a:spcBef>
              <a:spcAft>
                <a:spcPts val="0"/>
              </a:spcAft>
              <a:buClr>
                <a:schemeClr val="tx1">
                  <a:shade val="95000"/>
                </a:schemeClr>
              </a:buClr>
              <a:buSzPct val="95000"/>
              <a:buFont typeface="Arial" panose="020B0604020202020204" pitchFamily="34" charset="0"/>
              <a:buNone/>
              <a:defRPr/>
            </a:pPr>
            <a:r>
              <a:rPr kumimoji="0" lang="en-US" sz="4000" b="0" i="0" u="none" strike="noStrike" kern="1200" cap="none" spc="0" normalizeH="0" baseline="0" noProof="0" dirty="0" smtClean="0">
                <a:ln>
                  <a:noFill/>
                </a:ln>
                <a:solidFill>
                  <a:srgbClr val="FFFF00"/>
                </a:solidFill>
                <a:effectLst/>
                <a:uLnTx/>
                <a:uFillTx/>
                <a:latin typeface="+mn-lt"/>
                <a:ea typeface="+mn-ea"/>
                <a:cs typeface="+mn-cs"/>
              </a:rPr>
              <a:t>The famous components of general anesthesia  are </a:t>
            </a:r>
            <a:endParaRPr kumimoji="0" lang="en-US" sz="4000" b="0" i="0" u="none" strike="noStrike" kern="1200" cap="none" spc="0" normalizeH="0" baseline="0" noProof="0" dirty="0" smtClean="0">
              <a:ln>
                <a:noFill/>
              </a:ln>
              <a:solidFill>
                <a:srgbClr val="FFFF00"/>
              </a:solidFill>
              <a:effectLst/>
              <a:uLnTx/>
              <a:uFillTx/>
              <a:latin typeface="+mn-lt"/>
              <a:ea typeface="+mn-ea"/>
              <a:cs typeface="+mn-cs"/>
            </a:endParaRPr>
          </a:p>
          <a:p>
            <a:pPr marL="274320" marR="0" lvl="0" indent="-274320" algn="l" defTabSz="914400" rtl="0" eaLnBrk="1" fontAlgn="auto" latinLnBrk="0" hangingPunct="1">
              <a:lnSpc>
                <a:spcPct val="80000"/>
              </a:lnSpc>
              <a:spcBef>
                <a:spcPts val="700"/>
              </a:spcBef>
              <a:spcAft>
                <a:spcPts val="0"/>
              </a:spcAft>
              <a:buClr>
                <a:schemeClr val="tx1">
                  <a:shade val="95000"/>
                </a:schemeClr>
              </a:buClr>
              <a:buSzPct val="95000"/>
              <a:buFont typeface="Arial" panose="020B0604020202020204" pitchFamily="34" charset="0"/>
              <a:buNone/>
              <a:defRPr/>
            </a:pPr>
            <a:endParaRPr kumimoji="0" lang="en-US" sz="4000" b="1" i="0" u="sng" strike="noStrike" kern="1200" cap="none" spc="0" normalizeH="0" baseline="0" noProof="0" dirty="0" smtClean="0">
              <a:ln>
                <a:noFill/>
              </a:ln>
              <a:solidFill>
                <a:srgbClr val="FFFF00"/>
              </a:solidFill>
              <a:effectLst>
                <a:outerShdw blurRad="38100" dist="38100" dir="2700000" algn="tl">
                  <a:srgbClr val="FFFFFF"/>
                </a:outerShdw>
              </a:effectLst>
              <a:uLnTx/>
              <a:uFillTx/>
              <a:latin typeface="+mn-lt"/>
              <a:ea typeface="+mn-ea"/>
              <a:cs typeface="+mn-cs"/>
            </a:endParaRPr>
          </a:p>
          <a:p>
            <a:pPr marL="274320" marR="0" lvl="0" indent="-274320" algn="l" defTabSz="914400" rtl="0" eaLnBrk="1" fontAlgn="auto" latinLnBrk="0" hangingPunct="1">
              <a:lnSpc>
                <a:spcPct val="80000"/>
              </a:lnSpc>
              <a:spcBef>
                <a:spcPts val="700"/>
              </a:spcBef>
              <a:spcAft>
                <a:spcPts val="0"/>
              </a:spcAft>
              <a:buClr>
                <a:schemeClr val="tx1">
                  <a:shade val="95000"/>
                </a:schemeClr>
              </a:buClr>
              <a:buSzPct val="95000"/>
              <a:buFont typeface="Arial" panose="020B0604020202020204" pitchFamily="34" charset="0"/>
              <a:buNone/>
              <a:defRPr/>
            </a:pPr>
            <a:r>
              <a:rPr kumimoji="0" lang="en-US" sz="4000" b="1" i="0" u="sng" strike="noStrike" kern="1200" cap="none" spc="0" normalizeH="0" baseline="0" noProof="0" dirty="0" smtClean="0">
                <a:ln>
                  <a:noFill/>
                </a:ln>
                <a:solidFill>
                  <a:srgbClr val="00B0F0"/>
                </a:solidFill>
                <a:effectLst>
                  <a:outerShdw blurRad="38100" dist="38100" dir="2700000" algn="tl">
                    <a:srgbClr val="FFFFFF"/>
                  </a:outerShdw>
                </a:effectLst>
                <a:uLnTx/>
                <a:uFillTx/>
                <a:latin typeface="+mn-lt"/>
                <a:ea typeface="+mn-ea"/>
                <a:cs typeface="+mn-cs"/>
              </a:rPr>
              <a:t>TRIAD</a:t>
            </a:r>
            <a:endParaRPr kumimoji="0" lang="en-US" sz="4000" b="1" i="0" u="sng" strike="noStrike" kern="1200" cap="none" spc="0" normalizeH="0" baseline="0" noProof="0" dirty="0" smtClean="0">
              <a:ln>
                <a:noFill/>
              </a:ln>
              <a:solidFill>
                <a:srgbClr val="00B0F0"/>
              </a:solidFill>
              <a:effectLst>
                <a:outerShdw blurRad="38100" dist="38100" dir="2700000" algn="tl">
                  <a:srgbClr val="FFFFFF"/>
                </a:outerShdw>
              </a:effectLst>
              <a:uLnTx/>
              <a:uFillTx/>
              <a:latin typeface="+mn-lt"/>
              <a:ea typeface="+mn-ea"/>
              <a:cs typeface="+mn-cs"/>
            </a:endParaRPr>
          </a:p>
          <a:p>
            <a:pPr marL="274320" marR="0" lvl="0" indent="-274320" algn="l" defTabSz="914400" rtl="0" eaLnBrk="1" fontAlgn="auto" latinLnBrk="0" hangingPunct="1">
              <a:lnSpc>
                <a:spcPct val="80000"/>
              </a:lnSpc>
              <a:spcBef>
                <a:spcPts val="700"/>
              </a:spcBef>
              <a:spcAft>
                <a:spcPts val="0"/>
              </a:spcAft>
              <a:buClr>
                <a:schemeClr val="tx1">
                  <a:shade val="95000"/>
                </a:schemeClr>
              </a:buClr>
              <a:buSzPct val="95000"/>
              <a:buFont typeface="Arial" panose="020B0604020202020204" pitchFamily="34" charset="0"/>
              <a:buNone/>
              <a:defRPr/>
            </a:pPr>
            <a:r>
              <a:rPr kumimoji="0" lang="en-US" sz="4000" b="0" i="0" u="none" strike="noStrike" kern="1200" cap="none" spc="0" normalizeH="0" baseline="0" noProof="0" dirty="0" smtClean="0">
                <a:ln>
                  <a:noFill/>
                </a:ln>
                <a:solidFill>
                  <a:srgbClr val="FFFF00"/>
                </a:solidFill>
                <a:effectLst>
                  <a:outerShdw blurRad="38100" dist="38100" dir="2700000" algn="tl">
                    <a:srgbClr val="FFFFFF"/>
                  </a:outerShdw>
                </a:effectLst>
                <a:uLnTx/>
                <a:uFillTx/>
                <a:latin typeface="+mn-lt"/>
                <a:ea typeface="+mn-ea"/>
                <a:cs typeface="+mn-cs"/>
              </a:rPr>
              <a:t>1.</a:t>
            </a:r>
            <a:r>
              <a:rPr kumimoji="0" lang="en-US" sz="4000" b="0" i="0" u="none" strike="noStrike" kern="1200" cap="none" spc="0" normalizeH="0" baseline="0" noProof="0" dirty="0" smtClean="0">
                <a:ln>
                  <a:noFill/>
                </a:ln>
                <a:solidFill>
                  <a:srgbClr val="FFFF00"/>
                </a:solidFill>
                <a:effectLst/>
                <a:uLnTx/>
                <a:uFillTx/>
                <a:latin typeface="+mn-lt"/>
                <a:ea typeface="+mn-ea"/>
                <a:cs typeface="+mn-cs"/>
              </a:rPr>
              <a:t> </a:t>
            </a:r>
            <a:r>
              <a:rPr kumimoji="0" lang="en-US" sz="4000" b="0" i="0" u="none" strike="noStrike" kern="1200" cap="none" spc="0" normalizeH="0" baseline="0" noProof="0" dirty="0" err="1" smtClean="0">
                <a:ln>
                  <a:noFill/>
                </a:ln>
                <a:solidFill>
                  <a:srgbClr val="FFFF00"/>
                </a:solidFill>
                <a:effectLst/>
                <a:uLnTx/>
                <a:uFillTx/>
                <a:latin typeface="+mn-lt"/>
                <a:ea typeface="+mn-ea"/>
                <a:cs typeface="+mn-cs"/>
              </a:rPr>
              <a:t>Uncosciousness</a:t>
            </a:r>
            <a:r>
              <a:rPr kumimoji="0" lang="en-US" sz="4000" b="0" i="0" u="none" strike="noStrike" kern="1200" cap="none" spc="0" normalizeH="0" baseline="0" noProof="0" dirty="0" smtClean="0">
                <a:ln>
                  <a:noFill/>
                </a:ln>
                <a:solidFill>
                  <a:srgbClr val="FFFF00"/>
                </a:solidFill>
                <a:effectLst/>
                <a:uLnTx/>
                <a:uFillTx/>
                <a:latin typeface="+mn-lt"/>
                <a:ea typeface="+mn-ea"/>
                <a:cs typeface="+mn-cs"/>
              </a:rPr>
              <a:t>.</a:t>
            </a:r>
            <a:endParaRPr kumimoji="0" lang="en-US" sz="4000" b="0" i="0" u="none" strike="noStrike" kern="1200" cap="none" spc="0" normalizeH="0" baseline="0" noProof="0" dirty="0" smtClean="0">
              <a:ln>
                <a:noFill/>
              </a:ln>
              <a:solidFill>
                <a:srgbClr val="FFFF00"/>
              </a:solidFill>
              <a:effectLst/>
              <a:uLnTx/>
              <a:uFillTx/>
              <a:latin typeface="+mn-lt"/>
              <a:ea typeface="+mn-ea"/>
              <a:cs typeface="+mn-cs"/>
            </a:endParaRPr>
          </a:p>
          <a:p>
            <a:pPr marL="274320" marR="0" lvl="0" indent="-274320" algn="l" defTabSz="914400" rtl="0" eaLnBrk="1" fontAlgn="auto" latinLnBrk="0" hangingPunct="1">
              <a:lnSpc>
                <a:spcPct val="80000"/>
              </a:lnSpc>
              <a:spcBef>
                <a:spcPts val="700"/>
              </a:spcBef>
              <a:spcAft>
                <a:spcPts val="0"/>
              </a:spcAft>
              <a:buClr>
                <a:schemeClr val="tx1">
                  <a:shade val="95000"/>
                </a:schemeClr>
              </a:buClr>
              <a:buSzPct val="95000"/>
              <a:buFont typeface="Arial" panose="020B0604020202020204" pitchFamily="34" charset="0"/>
              <a:buNone/>
              <a:defRPr/>
            </a:pPr>
            <a:r>
              <a:rPr kumimoji="0" lang="en-US" sz="4000" b="0" i="0" u="none" strike="noStrike" kern="1200" cap="none" spc="0" normalizeH="0" baseline="0" noProof="0" dirty="0" smtClean="0">
                <a:ln>
                  <a:noFill/>
                </a:ln>
                <a:solidFill>
                  <a:srgbClr val="FFFF00"/>
                </a:solidFill>
                <a:effectLst>
                  <a:outerShdw blurRad="38100" dist="38100" dir="2700000" algn="tl">
                    <a:srgbClr val="FFFFFF"/>
                  </a:outerShdw>
                </a:effectLst>
                <a:uLnTx/>
                <a:uFillTx/>
                <a:latin typeface="+mn-lt"/>
                <a:ea typeface="+mn-ea"/>
                <a:cs typeface="+mn-cs"/>
              </a:rPr>
              <a:t>2.</a:t>
            </a:r>
            <a:r>
              <a:rPr kumimoji="0" lang="en-US" sz="4000" b="0" i="0" u="none" strike="noStrike" kern="1200" cap="none" spc="0" normalizeH="0" baseline="0" noProof="0" dirty="0" smtClean="0">
                <a:ln>
                  <a:noFill/>
                </a:ln>
                <a:solidFill>
                  <a:srgbClr val="FFFF00"/>
                </a:solidFill>
                <a:effectLst/>
                <a:uLnTx/>
                <a:uFillTx/>
                <a:latin typeface="+mn-lt"/>
                <a:ea typeface="+mn-ea"/>
                <a:cs typeface="+mn-cs"/>
              </a:rPr>
              <a:t> Analgesia</a:t>
            </a:r>
            <a:endParaRPr kumimoji="0" lang="en-US" sz="4000" b="0" i="0" u="none" strike="noStrike" kern="1200" cap="none" spc="0" normalizeH="0" baseline="0" noProof="0" dirty="0" smtClean="0">
              <a:ln>
                <a:noFill/>
              </a:ln>
              <a:solidFill>
                <a:srgbClr val="FFFF00"/>
              </a:solidFill>
              <a:effectLst/>
              <a:uLnTx/>
              <a:uFillTx/>
              <a:latin typeface="+mn-lt"/>
              <a:ea typeface="+mn-ea"/>
              <a:cs typeface="+mn-cs"/>
            </a:endParaRPr>
          </a:p>
          <a:p>
            <a:pPr marL="274320" marR="0" lvl="0" indent="-274320" algn="l" defTabSz="914400" rtl="0" eaLnBrk="1" fontAlgn="auto" latinLnBrk="0" hangingPunct="1">
              <a:lnSpc>
                <a:spcPct val="80000"/>
              </a:lnSpc>
              <a:spcBef>
                <a:spcPts val="700"/>
              </a:spcBef>
              <a:spcAft>
                <a:spcPts val="0"/>
              </a:spcAft>
              <a:buClr>
                <a:schemeClr val="tx1">
                  <a:shade val="95000"/>
                </a:schemeClr>
              </a:buClr>
              <a:buSzPct val="95000"/>
              <a:buFont typeface="Arial" panose="020B0604020202020204" pitchFamily="34" charset="0"/>
              <a:buNone/>
              <a:defRPr/>
            </a:pPr>
            <a:r>
              <a:rPr kumimoji="0" lang="en-US" sz="4000" b="0" i="0" u="none" strike="noStrike" kern="1200" cap="none" spc="0" normalizeH="0" baseline="0" noProof="0" dirty="0" smtClean="0">
                <a:ln>
                  <a:noFill/>
                </a:ln>
                <a:solidFill>
                  <a:srgbClr val="FFFF00"/>
                </a:solidFill>
                <a:effectLst>
                  <a:outerShdw blurRad="38100" dist="38100" dir="2700000" algn="tl">
                    <a:srgbClr val="FFFFFF"/>
                  </a:outerShdw>
                </a:effectLst>
                <a:uLnTx/>
                <a:uFillTx/>
                <a:latin typeface="+mn-lt"/>
                <a:ea typeface="+mn-ea"/>
                <a:cs typeface="+mn-cs"/>
              </a:rPr>
              <a:t>3.</a:t>
            </a:r>
            <a:r>
              <a:rPr kumimoji="0" lang="en-US" sz="4000" b="0" i="0" u="none" strike="noStrike" kern="1200" cap="none" spc="0" normalizeH="0" baseline="0" noProof="0" dirty="0" smtClean="0">
                <a:ln>
                  <a:noFill/>
                </a:ln>
                <a:solidFill>
                  <a:srgbClr val="FFFF00"/>
                </a:solidFill>
                <a:effectLst/>
                <a:uLnTx/>
                <a:uFillTx/>
                <a:latin typeface="+mn-lt"/>
                <a:ea typeface="+mn-ea"/>
                <a:cs typeface="+mn-cs"/>
              </a:rPr>
              <a:t> Muscle relaxation.</a:t>
            </a:r>
            <a:endParaRPr kumimoji="0" lang="en-US" sz="4000" b="0" i="0" u="none" strike="noStrike" kern="1200" cap="none" spc="0" normalizeH="0" baseline="0" noProof="0" dirty="0" smtClean="0">
              <a:ln>
                <a:noFill/>
              </a:ln>
              <a:solidFill>
                <a:srgbClr val="FFFF00"/>
              </a:solidFill>
              <a:effectLst/>
              <a:uLnTx/>
              <a:uFillTx/>
              <a:latin typeface="+mn-lt"/>
              <a:ea typeface="+mn-ea"/>
              <a:cs typeface="+mn-cs"/>
            </a:endParaRPr>
          </a:p>
          <a:p>
            <a:pPr marL="274320" marR="0" lvl="0" indent="-274320" algn="l" defTabSz="914400" rtl="0" eaLnBrk="1" fontAlgn="auto" latinLnBrk="0" hangingPunct="1">
              <a:lnSpc>
                <a:spcPct val="100000"/>
              </a:lnSpc>
              <a:spcBef>
                <a:spcPts val="700"/>
              </a:spcBef>
              <a:spcAft>
                <a:spcPts val="0"/>
              </a:spcAft>
              <a:buClr>
                <a:schemeClr val="tx1">
                  <a:shade val="95000"/>
                </a:schemeClr>
              </a:buClr>
              <a:buSzPct val="95000"/>
              <a:buFont typeface="Wingdings" panose="05000000000000000000"/>
              <a:buChar char=""/>
              <a:defRPr/>
            </a:pPr>
            <a:endParaRPr kumimoji="0" lang="en-US" sz="3000" b="0" i="0" u="none" strike="noStrike" kern="1200" cap="none" spc="0" normalizeH="0" baseline="0" noProof="0" dirty="0">
              <a:ln>
                <a:noFill/>
              </a:ln>
              <a:solidFill>
                <a:srgbClr val="FFFF00"/>
              </a:solidFill>
              <a:effectLst/>
              <a:uLnTx/>
              <a:uFillTx/>
              <a:latin typeface="+mn-lt"/>
              <a:ea typeface="+mn-ea"/>
              <a:cs typeface="+mn-cs"/>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Title 1"/>
          <p:cNvSpPr>
            <a:spLocks noGrp="1"/>
          </p:cNvSpPr>
          <p:nvPr>
            <p:ph type="title"/>
          </p:nvPr>
        </p:nvSpPr>
        <p:spPr/>
        <p:txBody>
          <a:bodyPr vert="horz" anchor="t">
            <a:no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4000" b="0" i="0" u="none" strike="noStrike" kern="1200" cap="none" spc="-100" normalizeH="0" baseline="0" noProof="0" dirty="0" smtClean="0">
                <a:ln>
                  <a:noFill/>
                </a:ln>
                <a:solidFill>
                  <a:schemeClr val="accent2">
                    <a:lumMod val="60000"/>
                    <a:lumOff val="40000"/>
                  </a:schemeClr>
                </a:solidFill>
                <a:effectLst/>
                <a:uLnTx/>
                <a:uFillTx/>
                <a:latin typeface="+mj-lt"/>
                <a:ea typeface="+mj-ea"/>
                <a:cs typeface="+mj-cs"/>
              </a:rPr>
              <a:t>TYPES</a:t>
            </a:r>
            <a:r>
              <a:rPr kumimoji="0" lang="en-US" sz="4000" b="0" i="0" u="none" strike="noStrike" kern="1200" cap="none" spc="-100" normalizeH="0" baseline="0" noProof="0" dirty="0" smtClean="0">
                <a:ln>
                  <a:noFill/>
                </a:ln>
                <a:solidFill>
                  <a:srgbClr val="FFFF00"/>
                </a:solidFill>
                <a:effectLst/>
                <a:uLnTx/>
                <a:uFillTx/>
                <a:latin typeface="+mj-lt"/>
                <a:ea typeface="+mj-ea"/>
                <a:cs typeface="+mj-cs"/>
              </a:rPr>
              <a:t> </a:t>
            </a:r>
            <a:endParaRPr kumimoji="0" lang="en-US" sz="4000" b="0" i="0" u="none" strike="noStrike" kern="1200" cap="none" spc="-100" normalizeH="0" baseline="0" noProof="0" dirty="0" smtClean="0">
              <a:ln>
                <a:noFill/>
              </a:ln>
              <a:solidFill>
                <a:srgbClr val="FFFF00"/>
              </a:solidFill>
              <a:effectLst/>
              <a:uLnTx/>
              <a:uFillTx/>
              <a:latin typeface="+mj-lt"/>
              <a:ea typeface="+mj-ea"/>
              <a:cs typeface="+mj-cs"/>
            </a:endParaRPr>
          </a:p>
        </p:txBody>
      </p:sp>
      <p:sp>
        <p:nvSpPr>
          <p:cNvPr id="112643" name="Content Placeholder 2"/>
          <p:cNvSpPr>
            <a:spLocks noGrp="1"/>
          </p:cNvSpPr>
          <p:nvPr>
            <p:ph idx="1"/>
          </p:nvPr>
        </p:nvSpPr>
        <p:spPr>
          <a:ln/>
        </p:spPr>
        <p:txBody>
          <a:bodyPr vert="horz" wrap="square" lIns="91440" tIns="45720" rIns="91440" bIns="45720" anchor="t" anchorCtr="0"/>
          <a:p>
            <a:pPr eaLnBrk="1" hangingPunct="1">
              <a:buFont typeface="Arial" panose="020B0604020202020204" pitchFamily="34" charset="0"/>
              <a:buNone/>
            </a:pPr>
            <a:r>
              <a:rPr sz="3600" dirty="0">
                <a:solidFill>
                  <a:srgbClr val="00B0F0"/>
                </a:solidFill>
              </a:rPr>
              <a:t>a)Inhalations</a:t>
            </a:r>
            <a:endParaRPr sz="3600" dirty="0">
              <a:solidFill>
                <a:srgbClr val="00B0F0"/>
              </a:solidFill>
            </a:endParaRPr>
          </a:p>
          <a:p>
            <a:pPr eaLnBrk="1" hangingPunct="1">
              <a:buFont typeface="Arial" panose="020B0604020202020204" pitchFamily="34" charset="0"/>
              <a:buNone/>
            </a:pPr>
            <a:r>
              <a:rPr sz="3600" dirty="0">
                <a:solidFill>
                  <a:srgbClr val="FFFF00"/>
                </a:solidFill>
              </a:rPr>
              <a:t>-These are inform of gases or volatile agents. They are used to maintain anesthesia</a:t>
            </a:r>
            <a:endParaRPr sz="3600" dirty="0">
              <a:solidFill>
                <a:srgbClr val="FFFF00"/>
              </a:solidFill>
            </a:endParaRPr>
          </a:p>
          <a:p>
            <a:pPr eaLnBrk="1" hangingPunct="1">
              <a:buFont typeface="Arial" panose="020B0604020202020204" pitchFamily="34" charset="0"/>
              <a:buNone/>
            </a:pPr>
            <a:r>
              <a:rPr sz="3600" dirty="0">
                <a:solidFill>
                  <a:srgbClr val="FFFF00"/>
                </a:solidFill>
              </a:rPr>
              <a:t>-Inhalational anesthesia is achieved through airway tract by facemask, laryngeal mask or endo-tracheal tube</a:t>
            </a:r>
            <a:endParaRPr sz="3600" dirty="0">
              <a:solidFill>
                <a:srgbClr val="FFFF00"/>
              </a:solidFill>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Content Placeholder 2"/>
          <p:cNvSpPr>
            <a:spLocks noGrp="1"/>
          </p:cNvSpPr>
          <p:nvPr>
            <p:ph idx="1"/>
          </p:nvPr>
        </p:nvSpPr>
        <p:spPr>
          <a:xfrm>
            <a:off x="457200" y="228600"/>
            <a:ext cx="8229600" cy="6248400"/>
          </a:xfrm>
        </p:spPr>
        <p:txBody>
          <a:bodyPr vert="horz" wrap="square" lIns="91440" tIns="45720" rIns="91440" bIns="45720" numCol="1" anchor="t" anchorCtr="0" compatLnSpc="1">
            <a:normAutofit/>
          </a:bodyPr>
          <a:lstStyle/>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Wingdings 2" panose="05020102010507070707"/>
              <a:buChar char=""/>
              <a:defRPr/>
            </a:pPr>
            <a:r>
              <a:rPr kumimoji="0" lang="en-US" sz="4000" b="0" i="0" u="none" strike="noStrike" kern="1200" cap="none" spc="0" normalizeH="0" baseline="0" noProof="0" dirty="0" smtClean="0">
                <a:ln>
                  <a:noFill/>
                </a:ln>
                <a:solidFill>
                  <a:srgbClr val="FFFF00"/>
                </a:solidFill>
                <a:effectLst/>
                <a:uLnTx/>
                <a:uFillTx/>
                <a:latin typeface="+mn-lt"/>
                <a:ea typeface="+mn-ea"/>
                <a:cs typeface="+mn-cs"/>
              </a:rPr>
              <a:t>Inhalational anesthesia depresses the brain from the cortex to the medulla by increasing dose.</a:t>
            </a:r>
            <a:endParaRPr kumimoji="0" lang="en-US" sz="40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Wingdings 2" panose="05020102010507070707"/>
              <a:buChar char=""/>
              <a:defRPr/>
            </a:pPr>
            <a:r>
              <a:rPr kumimoji="0" lang="en-US" sz="4000" b="0" i="0" u="none" strike="noStrike" kern="1200" cap="none" spc="0" normalizeH="0" baseline="0" noProof="0" dirty="0" smtClean="0">
                <a:ln>
                  <a:noFill/>
                </a:ln>
                <a:solidFill>
                  <a:srgbClr val="FFFF00"/>
                </a:solidFill>
                <a:effectLst/>
                <a:uLnTx/>
                <a:uFillTx/>
                <a:latin typeface="+mn-lt"/>
                <a:ea typeface="+mn-ea"/>
                <a:cs typeface="+mn-cs"/>
              </a:rPr>
              <a:t>They include :</a:t>
            </a:r>
            <a:endParaRPr kumimoji="0" lang="en-US" sz="40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Wingdings" panose="05000000000000000000" pitchFamily="2" charset="2"/>
              <a:buChar char="Ø"/>
              <a:defRPr/>
            </a:pPr>
            <a:r>
              <a:rPr kumimoji="0" lang="en-US" sz="4000" b="0" i="0" u="none" strike="noStrike" kern="1200" cap="none" spc="0" normalizeH="0" baseline="0" noProof="0" dirty="0" smtClean="0">
                <a:ln>
                  <a:noFill/>
                </a:ln>
                <a:solidFill>
                  <a:srgbClr val="FFFF00"/>
                </a:solidFill>
                <a:effectLst/>
                <a:uLnTx/>
                <a:uFillTx/>
                <a:latin typeface="+mn-lt"/>
                <a:ea typeface="+mn-ea"/>
                <a:cs typeface="+mn-cs"/>
              </a:rPr>
              <a:t>Ether </a:t>
            </a:r>
            <a:endParaRPr kumimoji="0" lang="en-US" sz="40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Wingdings" panose="05000000000000000000" pitchFamily="2" charset="2"/>
              <a:buChar char="Ø"/>
              <a:defRPr/>
            </a:pPr>
            <a:r>
              <a:rPr kumimoji="0" lang="en-US" sz="4000" b="0" i="0" u="none" strike="noStrike" kern="1200" cap="none" spc="0" normalizeH="0" baseline="0" noProof="0" dirty="0" smtClean="0">
                <a:ln>
                  <a:noFill/>
                </a:ln>
                <a:solidFill>
                  <a:srgbClr val="FFFF00"/>
                </a:solidFill>
                <a:effectLst/>
                <a:uLnTx/>
                <a:uFillTx/>
                <a:latin typeface="+mn-lt"/>
                <a:ea typeface="+mn-ea"/>
                <a:cs typeface="+mn-cs"/>
              </a:rPr>
              <a:t>Halothane </a:t>
            </a:r>
            <a:endParaRPr kumimoji="0" lang="en-US" sz="4000" b="0" i="0" u="none" strike="noStrike" kern="1200" cap="none" spc="0" normalizeH="0" baseline="0" noProof="0" dirty="0" smtClean="0">
              <a:ln>
                <a:noFill/>
              </a:ln>
              <a:solidFill>
                <a:srgbClr val="FFFF00"/>
              </a:solidFill>
              <a:effectLst/>
              <a:uLnTx/>
              <a:uFillTx/>
              <a:latin typeface="+mn-lt"/>
              <a:ea typeface="+mn-ea"/>
              <a:cs typeface="+mn-cs"/>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4690" name="Rectangle 3"/>
          <p:cNvSpPr/>
          <p:nvPr/>
        </p:nvSpPr>
        <p:spPr>
          <a:xfrm>
            <a:off x="2286000" y="914400"/>
            <a:ext cx="4572000" cy="3478213"/>
          </a:xfrm>
          <a:prstGeom prst="rect">
            <a:avLst/>
          </a:prstGeom>
          <a:noFill/>
          <a:ln w="9525">
            <a:noFill/>
          </a:ln>
        </p:spPr>
        <p:txBody>
          <a:bodyPr>
            <a:spAutoFit/>
          </a:bodyPr>
          <a:p>
            <a:pPr>
              <a:buFont typeface="Wingdings" panose="05000000000000000000" pitchFamily="2" charset="2"/>
              <a:buChar char="Ø"/>
            </a:pPr>
            <a:r>
              <a:rPr sz="4400" dirty="0">
                <a:solidFill>
                  <a:srgbClr val="FFFF00"/>
                </a:solidFill>
                <a:latin typeface="Arial" panose="020B0604020202020204" pitchFamily="34" charset="0"/>
              </a:rPr>
              <a:t>Nitrous oxide </a:t>
            </a:r>
            <a:endParaRPr sz="4400" dirty="0">
              <a:solidFill>
                <a:srgbClr val="FFFF00"/>
              </a:solidFill>
              <a:latin typeface="Arial" panose="020B0604020202020204" pitchFamily="34" charset="0"/>
            </a:endParaRPr>
          </a:p>
          <a:p>
            <a:pPr>
              <a:buFont typeface="Wingdings" panose="05000000000000000000" pitchFamily="2" charset="2"/>
              <a:buChar char="Ø"/>
            </a:pPr>
            <a:r>
              <a:rPr sz="4400" dirty="0">
                <a:solidFill>
                  <a:srgbClr val="FFFF00"/>
                </a:solidFill>
                <a:latin typeface="Arial" panose="020B0604020202020204" pitchFamily="34" charset="0"/>
              </a:rPr>
              <a:t> Enflurane</a:t>
            </a:r>
            <a:endParaRPr sz="4400" dirty="0">
              <a:solidFill>
                <a:srgbClr val="FFFF00"/>
              </a:solidFill>
              <a:latin typeface="Arial" panose="020B0604020202020204" pitchFamily="34" charset="0"/>
            </a:endParaRPr>
          </a:p>
          <a:p>
            <a:pPr>
              <a:buFont typeface="Wingdings" panose="05000000000000000000" pitchFamily="2" charset="2"/>
              <a:buChar char="Ø"/>
            </a:pPr>
            <a:r>
              <a:rPr sz="4400" dirty="0">
                <a:solidFill>
                  <a:srgbClr val="FFFF00"/>
                </a:solidFill>
                <a:latin typeface="Arial" panose="020B0604020202020204" pitchFamily="34" charset="0"/>
              </a:rPr>
              <a:t>Isoflurane</a:t>
            </a:r>
            <a:endParaRPr sz="4400" dirty="0">
              <a:solidFill>
                <a:srgbClr val="FFFF00"/>
              </a:solidFill>
              <a:latin typeface="Arial" panose="020B0604020202020204" pitchFamily="34" charset="0"/>
            </a:endParaRPr>
          </a:p>
          <a:p>
            <a:pPr>
              <a:buFont typeface="Wingdings" panose="05000000000000000000" pitchFamily="2" charset="2"/>
              <a:buChar char="Ø"/>
            </a:pPr>
            <a:r>
              <a:rPr sz="4400" dirty="0">
                <a:solidFill>
                  <a:srgbClr val="FFFF00"/>
                </a:solidFill>
                <a:latin typeface="Arial" panose="020B0604020202020204" pitchFamily="34" charset="0"/>
              </a:rPr>
              <a:t>Desflurane</a:t>
            </a:r>
            <a:endParaRPr sz="4400" dirty="0">
              <a:solidFill>
                <a:srgbClr val="FFFF00"/>
              </a:solidFill>
              <a:latin typeface="Arial" panose="020B0604020202020204" pitchFamily="34" charset="0"/>
            </a:endParaRPr>
          </a:p>
          <a:p>
            <a:pPr>
              <a:buFont typeface="Wingdings" panose="05000000000000000000" pitchFamily="2" charset="2"/>
              <a:buChar char="Ø"/>
            </a:pPr>
            <a:r>
              <a:rPr sz="4400" dirty="0">
                <a:solidFill>
                  <a:srgbClr val="FFFF00"/>
                </a:solidFill>
                <a:latin typeface="Arial" panose="020B0604020202020204" pitchFamily="34" charset="0"/>
              </a:rPr>
              <a:t>sevoflurane</a:t>
            </a:r>
            <a:endParaRPr sz="4400" dirty="0">
              <a:solidFill>
                <a:srgbClr val="FFFF00"/>
              </a:solidFill>
              <a:latin typeface="Arial" panose="020B0604020202020204" pitchFamily="34" charset="0"/>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Content Placeholder 2"/>
          <p:cNvSpPr>
            <a:spLocks noGrp="1"/>
          </p:cNvSpPr>
          <p:nvPr>
            <p:ph idx="1"/>
          </p:nvPr>
        </p:nvSpPr>
        <p:spPr>
          <a:xfrm>
            <a:off x="457200" y="381000"/>
            <a:ext cx="8229600" cy="5745163"/>
          </a:xfrm>
        </p:spPr>
        <p:txBody>
          <a:bodyPr vert="horz" wrap="square" lIns="91440" tIns="45720" rIns="91440" bIns="45720" numCol="1" anchor="t" anchorCtr="0" compatLnSpc="1">
            <a:normAutofit lnSpcReduction="10000"/>
          </a:bodyPr>
          <a:lstStyle/>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Arial" panose="020B0604020202020204" pitchFamily="34" charset="0"/>
              <a:buNone/>
              <a:defRPr/>
            </a:pPr>
            <a:r>
              <a:rPr kumimoji="0" lang="en-US" sz="3900" b="0" i="0" u="none" strike="noStrike" kern="1200" cap="none" spc="0" normalizeH="0" baseline="0" noProof="0" dirty="0" smtClean="0">
                <a:ln>
                  <a:noFill/>
                </a:ln>
                <a:solidFill>
                  <a:srgbClr val="00B0F0"/>
                </a:solidFill>
                <a:effectLst/>
                <a:uLnTx/>
                <a:uFillTx/>
                <a:latin typeface="+mn-lt"/>
                <a:ea typeface="+mn-ea"/>
                <a:cs typeface="+mn-cs"/>
              </a:rPr>
              <a:t>b) Intravenous</a:t>
            </a:r>
            <a:endParaRPr kumimoji="0" lang="en-US" sz="3900" b="0" i="0" u="none" strike="noStrike" kern="1200" cap="none" spc="0" normalizeH="0" baseline="0" noProof="0" dirty="0" smtClean="0">
              <a:ln>
                <a:noFill/>
              </a:ln>
              <a:solidFill>
                <a:srgbClr val="00B0F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Wingdings 2" panose="05020102010507070707"/>
              <a:buChar char=""/>
              <a:defRPr/>
            </a:pPr>
            <a:r>
              <a:rPr kumimoji="0" lang="en-US" sz="4000" b="0" i="0" u="none" strike="noStrike" kern="1200" cap="none" spc="0" normalizeH="0" baseline="0" noProof="0" dirty="0" smtClean="0">
                <a:ln>
                  <a:noFill/>
                </a:ln>
                <a:solidFill>
                  <a:srgbClr val="FFFF00"/>
                </a:solidFill>
                <a:effectLst/>
                <a:uLnTx/>
                <a:uFillTx/>
                <a:latin typeface="+mn-lt"/>
                <a:ea typeface="+mn-ea"/>
                <a:cs typeface="+mn-cs"/>
              </a:rPr>
              <a:t> used for induction of anesthesia</a:t>
            </a:r>
            <a:endParaRPr kumimoji="0" lang="en-US" sz="40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Wingdings 2" panose="05020102010507070707"/>
              <a:buChar char=""/>
              <a:defRPr/>
            </a:pPr>
            <a:r>
              <a:rPr kumimoji="0" lang="en-US" sz="4000" b="0" i="0" u="none" strike="noStrike" kern="1200" cap="none" spc="0" normalizeH="0" baseline="0" noProof="0" dirty="0" smtClean="0">
                <a:ln>
                  <a:noFill/>
                </a:ln>
                <a:solidFill>
                  <a:srgbClr val="FFFF00"/>
                </a:solidFill>
                <a:effectLst/>
                <a:uLnTx/>
                <a:uFillTx/>
                <a:latin typeface="+mn-lt"/>
                <a:ea typeface="+mn-ea"/>
                <a:cs typeface="+mn-cs"/>
              </a:rPr>
              <a:t>The primary targets of IV anesthetic agents are ionotropic (ion channel-linked) receptors for the endogenous neurotransmitters glutamate, the principal excitatory transmitter, or </a:t>
            </a:r>
            <a:r>
              <a:rPr kumimoji="0" lang="el-GR" sz="4000" b="0" i="0" u="none" strike="noStrike" kern="1200" cap="none" spc="0" normalizeH="0" baseline="0" noProof="0" dirty="0" smtClean="0">
                <a:ln>
                  <a:noFill/>
                </a:ln>
                <a:solidFill>
                  <a:srgbClr val="FFFF00"/>
                </a:solidFill>
                <a:effectLst/>
                <a:uLnTx/>
                <a:uFillTx/>
                <a:latin typeface="+mn-lt"/>
                <a:ea typeface="+mn-ea"/>
                <a:cs typeface="+mn-cs"/>
              </a:rPr>
              <a:t>γ-</a:t>
            </a:r>
            <a:r>
              <a:rPr kumimoji="0" lang="en-US" sz="4000" b="0" i="0" u="none" strike="noStrike" kern="1200" cap="none" spc="0" normalizeH="0" baseline="0" noProof="0" dirty="0" smtClean="0">
                <a:ln>
                  <a:noFill/>
                </a:ln>
                <a:solidFill>
                  <a:srgbClr val="FFFF00"/>
                </a:solidFill>
                <a:effectLst/>
                <a:uLnTx/>
                <a:uFillTx/>
                <a:latin typeface="+mn-lt"/>
                <a:ea typeface="+mn-ea"/>
                <a:cs typeface="+mn-cs"/>
              </a:rPr>
              <a:t>aminobutyric acid (GABA), the principal inhibitory transmitter. </a:t>
            </a:r>
            <a:endParaRPr kumimoji="0" lang="en-US" sz="40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Arial" panose="020B0604020202020204" pitchFamily="34" charset="0"/>
              <a:buNone/>
              <a:defRPr/>
            </a:pPr>
            <a:endParaRPr kumimoji="0" lang="en-US" sz="4000" b="0" i="0" u="none" strike="noStrike" kern="1200" cap="none" spc="0" normalizeH="0" baseline="0" noProof="0" dirty="0" smtClean="0">
              <a:ln>
                <a:noFill/>
              </a:ln>
              <a:solidFill>
                <a:srgbClr val="FFFF00"/>
              </a:solidFill>
              <a:effectLst/>
              <a:uLnTx/>
              <a:uFillTx/>
              <a:latin typeface="+mn-lt"/>
              <a:ea typeface="+mn-ea"/>
              <a:cs typeface="+mn-cs"/>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6738" name="Rectangle 3"/>
          <p:cNvSpPr/>
          <p:nvPr/>
        </p:nvSpPr>
        <p:spPr>
          <a:xfrm>
            <a:off x="609600" y="1295400"/>
            <a:ext cx="7696200" cy="1754188"/>
          </a:xfrm>
          <a:prstGeom prst="rect">
            <a:avLst/>
          </a:prstGeom>
          <a:noFill/>
          <a:ln w="9525">
            <a:noFill/>
          </a:ln>
        </p:spPr>
        <p:txBody>
          <a:bodyPr>
            <a:spAutoFit/>
          </a:bodyPr>
          <a:p>
            <a:r>
              <a:rPr sz="3600" dirty="0">
                <a:solidFill>
                  <a:srgbClr val="FFFF00"/>
                </a:solidFill>
                <a:latin typeface="Arial" panose="020B0604020202020204" pitchFamily="34" charset="0"/>
              </a:rPr>
              <a:t>GABA( gamma amino butylic acid)slows the activity of nerve cell in the brain</a:t>
            </a:r>
            <a:endParaRPr sz="3600" dirty="0">
              <a:solidFill>
                <a:srgbClr val="FFFF00"/>
              </a:solidFill>
              <a:latin typeface="Arial" panose="020B0604020202020204" pitchFamily="34" charset="0"/>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Content Placeholder 2"/>
          <p:cNvSpPr>
            <a:spLocks noGrp="1"/>
          </p:cNvSpPr>
          <p:nvPr>
            <p:ph idx="1"/>
          </p:nvPr>
        </p:nvSpPr>
        <p:spPr>
          <a:xfrm>
            <a:off x="457200" y="381000"/>
            <a:ext cx="8229600" cy="5745163"/>
          </a:xfrm>
        </p:spPr>
        <p:txBody>
          <a:bodyPr vert="horz" wrap="square" lIns="91440" tIns="45720" rIns="91440" bIns="45720" numCol="1" anchor="t" anchorCtr="0" compatLnSpc="1">
            <a:normAutofit fontScale="77500" lnSpcReduction="20000"/>
          </a:bodyPr>
          <a:lstStyle/>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Arial" panose="020B0604020202020204" pitchFamily="34" charset="0"/>
              <a:buNone/>
              <a:defRPr/>
            </a:pPr>
            <a:r>
              <a:rPr kumimoji="0" lang="en-US" sz="5200" b="0" i="0" u="none" strike="noStrike" kern="1200" cap="none" spc="0" normalizeH="0" baseline="0" noProof="0" dirty="0" smtClean="0">
                <a:ln>
                  <a:noFill/>
                </a:ln>
                <a:solidFill>
                  <a:srgbClr val="FFFF00"/>
                </a:solidFill>
                <a:effectLst/>
                <a:uLnTx/>
                <a:uFillTx/>
                <a:latin typeface="+mn-lt"/>
                <a:ea typeface="+mn-ea"/>
                <a:cs typeface="+mn-cs"/>
              </a:rPr>
              <a:t>-Very rapid: 10 seconds to 10 minutes</a:t>
            </a:r>
            <a:endParaRPr kumimoji="0" lang="en-US" sz="52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Arial" panose="020B0604020202020204" pitchFamily="34" charset="0"/>
              <a:buNone/>
              <a:defRPr/>
            </a:pPr>
            <a:r>
              <a:rPr kumimoji="0" lang="en-US" sz="5200" b="0" i="0" u="none" strike="noStrike" kern="1200" cap="none" spc="0" normalizeH="0" baseline="0" noProof="0" dirty="0" smtClean="0">
                <a:ln>
                  <a:noFill/>
                </a:ln>
                <a:solidFill>
                  <a:srgbClr val="FFFF00"/>
                </a:solidFill>
                <a:effectLst/>
                <a:uLnTx/>
                <a:uFillTx/>
                <a:latin typeface="+mn-lt"/>
                <a:ea typeface="+mn-ea"/>
                <a:cs typeface="+mn-cs"/>
              </a:rPr>
              <a:t>-They are used in combination with muscle relaxants and analgesics</a:t>
            </a:r>
            <a:endParaRPr kumimoji="0" lang="en-US" sz="52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Arial" panose="020B0604020202020204" pitchFamily="34" charset="0"/>
              <a:buNone/>
              <a:defRPr/>
            </a:pPr>
            <a:r>
              <a:rPr kumimoji="0" lang="en-US" sz="5200" b="0" i="0" u="none" strike="noStrike" kern="1200" cap="none" spc="0" normalizeH="0" baseline="0" noProof="0" dirty="0" smtClean="0">
                <a:ln>
                  <a:noFill/>
                </a:ln>
                <a:solidFill>
                  <a:srgbClr val="FFFF00"/>
                </a:solidFill>
                <a:effectLst/>
                <a:uLnTx/>
                <a:uFillTx/>
                <a:latin typeface="+mn-lt"/>
                <a:ea typeface="+mn-ea"/>
                <a:cs typeface="+mn-cs"/>
              </a:rPr>
              <a:t>-They include;</a:t>
            </a:r>
            <a:endParaRPr kumimoji="0" lang="en-US" sz="52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Wingdings" panose="05000000000000000000" pitchFamily="2" charset="2"/>
              <a:buChar char="Ø"/>
              <a:defRPr/>
            </a:pPr>
            <a:r>
              <a:rPr kumimoji="0" lang="en-US" sz="5200" b="0" i="0" u="none" strike="noStrike" kern="1200" cap="none" spc="0" normalizeH="0" baseline="0" noProof="0" dirty="0" smtClean="0">
                <a:ln>
                  <a:noFill/>
                </a:ln>
                <a:solidFill>
                  <a:srgbClr val="FFFF00"/>
                </a:solidFill>
                <a:effectLst/>
                <a:uLnTx/>
                <a:uFillTx/>
                <a:latin typeface="+mn-lt"/>
                <a:ea typeface="+mn-ea"/>
                <a:cs typeface="+mn-cs"/>
              </a:rPr>
              <a:t>Thiopental</a:t>
            </a:r>
            <a:endParaRPr kumimoji="0" lang="en-US" sz="52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Wingdings" panose="05000000000000000000" pitchFamily="2" charset="2"/>
              <a:buChar char="Ø"/>
              <a:defRPr/>
            </a:pPr>
            <a:r>
              <a:rPr kumimoji="0" lang="en-US" sz="5200" b="0" i="0" u="none" strike="noStrike" kern="1200" cap="none" spc="0" normalizeH="0" baseline="0" noProof="0" dirty="0" smtClean="0">
                <a:ln>
                  <a:noFill/>
                </a:ln>
                <a:solidFill>
                  <a:srgbClr val="FFFF00"/>
                </a:solidFill>
                <a:effectLst/>
                <a:uLnTx/>
                <a:uFillTx/>
                <a:latin typeface="+mn-lt"/>
                <a:ea typeface="+mn-ea"/>
                <a:cs typeface="+mn-cs"/>
              </a:rPr>
              <a:t>Etomidate</a:t>
            </a:r>
            <a:endParaRPr kumimoji="0" lang="en-US" sz="52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Wingdings" panose="05000000000000000000" pitchFamily="2" charset="2"/>
              <a:buChar char="Ø"/>
              <a:defRPr/>
            </a:pPr>
            <a:r>
              <a:rPr kumimoji="0" lang="en-US" sz="5200" b="0" i="0" u="none" strike="noStrike" kern="1200" cap="none" spc="0" normalizeH="0" baseline="0" noProof="0" dirty="0" smtClean="0">
                <a:ln>
                  <a:noFill/>
                </a:ln>
                <a:solidFill>
                  <a:srgbClr val="FFFF00"/>
                </a:solidFill>
                <a:effectLst/>
                <a:uLnTx/>
                <a:uFillTx/>
                <a:latin typeface="+mn-lt"/>
                <a:ea typeface="+mn-ea"/>
                <a:cs typeface="+mn-cs"/>
              </a:rPr>
              <a:t>Propofol</a:t>
            </a:r>
            <a:endParaRPr kumimoji="0" lang="en-US" sz="52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Wingdings" panose="05000000000000000000" pitchFamily="2" charset="2"/>
              <a:buChar char="Ø"/>
              <a:defRPr/>
            </a:pPr>
            <a:r>
              <a:rPr kumimoji="0" lang="en-US" sz="5200" b="0" i="0" u="none" strike="noStrike" kern="1200" cap="none" spc="0" normalizeH="0" baseline="0" noProof="0" dirty="0" smtClean="0">
                <a:ln>
                  <a:noFill/>
                </a:ln>
                <a:solidFill>
                  <a:srgbClr val="FFFF00"/>
                </a:solidFill>
                <a:effectLst/>
                <a:uLnTx/>
                <a:uFillTx/>
                <a:latin typeface="+mn-lt"/>
                <a:ea typeface="+mn-ea"/>
                <a:cs typeface="+mn-cs"/>
              </a:rPr>
              <a:t>Ketamine</a:t>
            </a:r>
            <a:endParaRPr kumimoji="0" lang="en-US" sz="52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Wingdings" panose="05000000000000000000" pitchFamily="2" charset="2"/>
              <a:buChar char="Ø"/>
              <a:defRPr/>
            </a:pPr>
            <a:endParaRPr kumimoji="0" lang="en-US" sz="3000" b="0" i="0" u="none" strike="noStrike" kern="1200" cap="none" spc="0" normalizeH="0" baseline="0" noProof="0" dirty="0" smtClean="0">
              <a:ln>
                <a:noFill/>
              </a:ln>
              <a:solidFill>
                <a:srgbClr val="FFFF00"/>
              </a:solidFill>
              <a:effectLst/>
              <a:uLnTx/>
              <a:uFillTx/>
              <a:latin typeface="+mn-lt"/>
              <a:ea typeface="+mn-ea"/>
              <a:cs typeface="+mn-cs"/>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Title 1"/>
          <p:cNvSpPr>
            <a:spLocks noGrp="1"/>
          </p:cNvSpPr>
          <p:nvPr>
            <p:ph type="title"/>
          </p:nvPr>
        </p:nvSpPr>
        <p:spPr/>
        <p:txBody>
          <a:bodyPr vert="horz" anchor="t">
            <a:no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4000" b="0" i="0" u="none" strike="noStrike" kern="1200" cap="none" spc="-100" normalizeH="0" baseline="0" noProof="0" dirty="0" smtClean="0">
                <a:ln>
                  <a:noFill/>
                </a:ln>
                <a:solidFill>
                  <a:schemeClr val="accent2">
                    <a:lumMod val="40000"/>
                    <a:lumOff val="60000"/>
                  </a:schemeClr>
                </a:solidFill>
                <a:effectLst/>
                <a:uLnTx/>
                <a:uFillTx/>
                <a:latin typeface="+mj-lt"/>
                <a:ea typeface="+mj-ea"/>
                <a:cs typeface="+mj-cs"/>
              </a:rPr>
              <a:t>Muscle relaxants </a:t>
            </a:r>
            <a:endParaRPr kumimoji="0" lang="en-US" sz="4000" b="0" i="0" u="none" strike="noStrike" kern="1200" cap="none" spc="-100" normalizeH="0" baseline="0" noProof="0" dirty="0" smtClean="0">
              <a:ln>
                <a:noFill/>
              </a:ln>
              <a:solidFill>
                <a:schemeClr val="accent2">
                  <a:lumMod val="40000"/>
                  <a:lumOff val="60000"/>
                </a:schemeClr>
              </a:solidFill>
              <a:effectLst/>
              <a:uLnTx/>
              <a:uFillTx/>
              <a:latin typeface="+mj-lt"/>
              <a:ea typeface="+mj-ea"/>
              <a:cs typeface="+mj-cs"/>
            </a:endParaRPr>
          </a:p>
        </p:txBody>
      </p:sp>
      <p:sp>
        <p:nvSpPr>
          <p:cNvPr id="118787" name="Content Placeholder 2"/>
          <p:cNvSpPr>
            <a:spLocks noGrp="1"/>
          </p:cNvSpPr>
          <p:nvPr>
            <p:ph idx="1"/>
          </p:nvPr>
        </p:nvSpPr>
        <p:spPr>
          <a:ln/>
        </p:spPr>
        <p:txBody>
          <a:bodyPr vert="horz" wrap="square" lIns="91440" tIns="45720" rIns="91440" bIns="45720" anchor="t" anchorCtr="0"/>
          <a:p>
            <a:pPr eaLnBrk="1" hangingPunct="1"/>
            <a:r>
              <a:rPr sz="4000" dirty="0">
                <a:solidFill>
                  <a:srgbClr val="FFFF00"/>
                </a:solidFill>
              </a:rPr>
              <a:t>They include;</a:t>
            </a:r>
            <a:endParaRPr sz="4000" dirty="0">
              <a:solidFill>
                <a:srgbClr val="FFFF00"/>
              </a:solidFill>
            </a:endParaRPr>
          </a:p>
          <a:p>
            <a:pPr eaLnBrk="1" hangingPunct="1">
              <a:buFont typeface="Wingdings" panose="05000000000000000000" pitchFamily="2" charset="2"/>
              <a:buChar char="Ø"/>
            </a:pPr>
            <a:r>
              <a:rPr sz="4000" dirty="0">
                <a:solidFill>
                  <a:srgbClr val="FFFF00"/>
                </a:solidFill>
              </a:rPr>
              <a:t>Suxamethonium ( scoline)</a:t>
            </a:r>
            <a:endParaRPr sz="4000" dirty="0">
              <a:solidFill>
                <a:srgbClr val="FFFF00"/>
              </a:solidFill>
            </a:endParaRPr>
          </a:p>
          <a:p>
            <a:pPr eaLnBrk="1" hangingPunct="1">
              <a:buFont typeface="Wingdings" panose="05000000000000000000" pitchFamily="2" charset="2"/>
              <a:buChar char="Ø"/>
            </a:pPr>
            <a:r>
              <a:rPr sz="4000" dirty="0">
                <a:solidFill>
                  <a:srgbClr val="FFFF00"/>
                </a:solidFill>
              </a:rPr>
              <a:t>Curare</a:t>
            </a:r>
            <a:endParaRPr sz="4000" dirty="0">
              <a:solidFill>
                <a:srgbClr val="FFFF00"/>
              </a:solidFill>
            </a:endParaRPr>
          </a:p>
          <a:p>
            <a:pPr eaLnBrk="1" hangingPunct="1">
              <a:buFont typeface="Wingdings" panose="05000000000000000000" pitchFamily="2" charset="2"/>
              <a:buChar char="Ø"/>
            </a:pPr>
            <a:r>
              <a:rPr sz="4000" dirty="0">
                <a:solidFill>
                  <a:srgbClr val="FFFF00"/>
                </a:solidFill>
              </a:rPr>
              <a:t>Flaxedil</a:t>
            </a:r>
            <a:endParaRPr sz="4000" dirty="0">
              <a:solidFill>
                <a:srgbClr val="FFFF00"/>
              </a:solidFill>
            </a:endParaRPr>
          </a:p>
          <a:p>
            <a:pPr eaLnBrk="1" hangingPunct="1">
              <a:buFont typeface="Wingdings" panose="05000000000000000000" pitchFamily="2" charset="2"/>
              <a:buChar char="Ø"/>
            </a:pPr>
            <a:r>
              <a:rPr sz="4000" dirty="0">
                <a:solidFill>
                  <a:srgbClr val="FFFF00"/>
                </a:solidFill>
              </a:rPr>
              <a:t>Pancuronium</a:t>
            </a:r>
            <a:endParaRPr sz="4000" dirty="0">
              <a:solidFill>
                <a:srgbClr val="FFFF00"/>
              </a:solidFill>
            </a:endParaRPr>
          </a:p>
          <a:p>
            <a:pPr eaLnBrk="1" hangingPunct="1">
              <a:buFont typeface="Arial" panose="020B0604020202020204" pitchFamily="34" charset="0"/>
              <a:buNone/>
            </a:pPr>
            <a:endParaRPr dirty="0">
              <a:solidFill>
                <a:srgbClr val="FFFF00"/>
              </a:solidFill>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Title 1"/>
          <p:cNvSpPr>
            <a:spLocks noGrp="1"/>
          </p:cNvSpPr>
          <p:nvPr>
            <p:ph type="title"/>
          </p:nvPr>
        </p:nvSpPr>
        <p:spPr/>
        <p:txBody>
          <a:bodyPr vert="horz" anchor="t">
            <a:no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4000" b="0" i="0" u="none" strike="noStrike" kern="1200" cap="none" spc="-100" normalizeH="0" baseline="0" noProof="0" dirty="0" smtClean="0">
                <a:ln>
                  <a:noFill/>
                </a:ln>
                <a:solidFill>
                  <a:srgbClr val="00B0F0"/>
                </a:solidFill>
                <a:effectLst/>
                <a:uLnTx/>
                <a:uFillTx/>
                <a:latin typeface="+mj-lt"/>
                <a:ea typeface="+mj-ea"/>
                <a:cs typeface="+mj-cs"/>
              </a:rPr>
              <a:t>ANALGESICS</a:t>
            </a:r>
            <a:endParaRPr kumimoji="0" lang="en-US" sz="4000" b="0" i="0" u="none" strike="noStrike" kern="1200" cap="none" spc="-100" normalizeH="0" baseline="0" noProof="0" dirty="0" smtClean="0">
              <a:ln>
                <a:noFill/>
              </a:ln>
              <a:solidFill>
                <a:srgbClr val="00B0F0"/>
              </a:solidFill>
              <a:effectLst/>
              <a:uLnTx/>
              <a:uFillTx/>
              <a:latin typeface="+mj-lt"/>
              <a:ea typeface="+mj-ea"/>
              <a:cs typeface="+mj-cs"/>
            </a:endParaRPr>
          </a:p>
        </p:txBody>
      </p:sp>
      <p:sp>
        <p:nvSpPr>
          <p:cNvPr id="119811" name="Content Placeholder 2"/>
          <p:cNvSpPr>
            <a:spLocks noGrp="1"/>
          </p:cNvSpPr>
          <p:nvPr>
            <p:ph idx="1"/>
          </p:nvPr>
        </p:nvSpPr>
        <p:spPr>
          <a:ln/>
        </p:spPr>
        <p:txBody>
          <a:bodyPr vert="horz" wrap="square" lIns="91440" tIns="45720" rIns="91440" bIns="45720" anchor="t" anchorCtr="0"/>
          <a:p>
            <a:pPr eaLnBrk="1" hangingPunct="1"/>
            <a:r>
              <a:rPr sz="4000" dirty="0">
                <a:solidFill>
                  <a:srgbClr val="FFFF00"/>
                </a:solidFill>
              </a:rPr>
              <a:t>Includes;</a:t>
            </a:r>
            <a:endParaRPr sz="4000" dirty="0">
              <a:solidFill>
                <a:srgbClr val="FFFF00"/>
              </a:solidFill>
            </a:endParaRPr>
          </a:p>
          <a:p>
            <a:pPr eaLnBrk="1" hangingPunct="1">
              <a:buFont typeface="Wingdings" panose="05000000000000000000" pitchFamily="2" charset="2"/>
              <a:buChar char="Ø"/>
            </a:pPr>
            <a:r>
              <a:rPr sz="4000" dirty="0">
                <a:solidFill>
                  <a:srgbClr val="FFFF00"/>
                </a:solidFill>
              </a:rPr>
              <a:t> pethidine</a:t>
            </a:r>
            <a:endParaRPr sz="4000" dirty="0">
              <a:solidFill>
                <a:srgbClr val="FFFF00"/>
              </a:solidFill>
            </a:endParaRPr>
          </a:p>
          <a:p>
            <a:pPr eaLnBrk="1" hangingPunct="1">
              <a:buFont typeface="Wingdings" panose="05000000000000000000" pitchFamily="2" charset="2"/>
              <a:buChar char="Ø"/>
            </a:pPr>
            <a:r>
              <a:rPr sz="4000" dirty="0">
                <a:solidFill>
                  <a:srgbClr val="FFFF00"/>
                </a:solidFill>
              </a:rPr>
              <a:t>Morphine</a:t>
            </a:r>
            <a:endParaRPr sz="4000" dirty="0">
              <a:solidFill>
                <a:srgbClr val="FFFF00"/>
              </a:solidFill>
            </a:endParaRPr>
          </a:p>
          <a:p>
            <a:pPr eaLnBrk="1" hangingPunct="1">
              <a:buFont typeface="Wingdings" panose="05000000000000000000" pitchFamily="2" charset="2"/>
              <a:buChar char="Ø"/>
            </a:pPr>
            <a:r>
              <a:rPr sz="4000" dirty="0">
                <a:solidFill>
                  <a:srgbClr val="FFFF00"/>
                </a:solidFill>
              </a:rPr>
              <a:t>Fentanyl</a:t>
            </a:r>
            <a:endParaRPr sz="4000" dirty="0">
              <a:solidFill>
                <a:srgbClr val="FFFF00"/>
              </a:solidFill>
            </a:endParaRPr>
          </a:p>
          <a:p>
            <a:pPr eaLnBrk="1" hangingPunct="1">
              <a:buFont typeface="Arial" panose="020B0604020202020204" pitchFamily="34" charset="0"/>
              <a:buNone/>
            </a:pPr>
            <a:r>
              <a:rPr dirty="0">
                <a:solidFill>
                  <a:srgbClr val="FFFF00"/>
                </a:solidFill>
              </a:rPr>
              <a:t>Assignment – discuss the care of a patient before induction of general anaesthesia      </a:t>
            </a:r>
            <a:endParaRPr dirty="0">
              <a:solidFill>
                <a:srgbClr val="FFFF00"/>
              </a:solidFill>
            </a:endParaRPr>
          </a:p>
          <a:p>
            <a:pPr eaLnBrk="1" hangingPunct="1">
              <a:buFont typeface="Arial" panose="020B0604020202020204" pitchFamily="34" charset="0"/>
              <a:buNone/>
            </a:pPr>
            <a:r>
              <a:rPr dirty="0">
                <a:solidFill>
                  <a:srgbClr val="FFFF00"/>
                </a:solidFill>
              </a:rPr>
              <a:t>     </a:t>
            </a:r>
            <a:endParaRPr dirty="0">
              <a:solidFill>
                <a:srgbClr val="FFFF00"/>
              </a:solidFill>
            </a:endParaRPr>
          </a:p>
          <a:p>
            <a:pPr eaLnBrk="1" hangingPunct="1"/>
            <a:endParaRPr dirty="0">
              <a:solidFill>
                <a:srgbClr val="FFFF00"/>
              </a:solidFill>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Title 1"/>
          <p:cNvSpPr>
            <a:spLocks noGrp="1"/>
          </p:cNvSpPr>
          <p:nvPr>
            <p:ph type="title"/>
          </p:nvPr>
        </p:nvSpPr>
        <p:spPr/>
        <p:txBody>
          <a:bodyPr vert="horz" anchor="t">
            <a:no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4000" b="0" i="0" u="none" strike="noStrike" kern="1200" cap="none" spc="-100" normalizeH="0" baseline="0" noProof="0" dirty="0" smtClean="0">
                <a:ln>
                  <a:noFill/>
                </a:ln>
                <a:solidFill>
                  <a:schemeClr val="accent2">
                    <a:lumMod val="60000"/>
                    <a:lumOff val="40000"/>
                  </a:schemeClr>
                </a:solidFill>
                <a:effectLst/>
                <a:uLnTx/>
                <a:uFillTx/>
                <a:latin typeface="+mj-lt"/>
                <a:ea typeface="+mj-ea"/>
                <a:cs typeface="+mj-cs"/>
              </a:rPr>
              <a:t>LOCAL ANAESTHESIA</a:t>
            </a:r>
            <a:endParaRPr kumimoji="0" lang="en-US" sz="4000" b="0" i="0" u="none" strike="noStrike" kern="1200" cap="none" spc="-100" normalizeH="0" baseline="0" noProof="0" dirty="0" smtClean="0">
              <a:ln>
                <a:noFill/>
              </a:ln>
              <a:solidFill>
                <a:schemeClr val="accent2">
                  <a:lumMod val="60000"/>
                  <a:lumOff val="40000"/>
                </a:schemeClr>
              </a:solidFill>
              <a:effectLst/>
              <a:uLnTx/>
              <a:uFillTx/>
              <a:latin typeface="+mj-lt"/>
              <a:ea typeface="+mj-ea"/>
              <a:cs typeface="+mj-cs"/>
            </a:endParaRPr>
          </a:p>
        </p:txBody>
      </p:sp>
      <p:sp>
        <p:nvSpPr>
          <p:cNvPr id="120835" name="Content Placeholder 2"/>
          <p:cNvSpPr>
            <a:spLocks noGrp="1"/>
          </p:cNvSpPr>
          <p:nvPr>
            <p:ph idx="1"/>
          </p:nvPr>
        </p:nvSpPr>
        <p:spPr>
          <a:ln/>
        </p:spPr>
        <p:txBody>
          <a:bodyPr vert="horz" wrap="square" lIns="91440" tIns="45720" rIns="91440" bIns="45720" anchor="t" anchorCtr="0"/>
          <a:p>
            <a:pPr eaLnBrk="1" hangingPunct="1"/>
            <a:r>
              <a:rPr sz="4000" dirty="0">
                <a:solidFill>
                  <a:srgbClr val="FFFF00"/>
                </a:solidFill>
              </a:rPr>
              <a:t>This is used to induce analgesia where it is administered</a:t>
            </a:r>
            <a:endParaRPr sz="4000" dirty="0">
              <a:solidFill>
                <a:srgbClr val="FFFF00"/>
              </a:solidFill>
            </a:endParaRPr>
          </a:p>
          <a:p>
            <a:pPr eaLnBrk="1" hangingPunct="1"/>
            <a:r>
              <a:rPr sz="4000" dirty="0">
                <a:solidFill>
                  <a:srgbClr val="FFFF00"/>
                </a:solidFill>
              </a:rPr>
              <a:t>The act by blocking the action potential of the area the have been administered by blocking the sodium channels</a:t>
            </a:r>
            <a:endParaRPr sz="4000" dirty="0">
              <a:solidFill>
                <a:srgbClr val="FFFF00"/>
              </a:solidFill>
            </a:endParaRPr>
          </a:p>
          <a:p>
            <a:pPr eaLnBrk="1" hangingPunct="1">
              <a:buFont typeface="Arial" panose="020B0604020202020204" pitchFamily="34" charset="0"/>
              <a:buNone/>
            </a:pPr>
            <a:endParaRPr sz="3600" dirty="0">
              <a:solidFill>
                <a:srgbClr val="FFFF00"/>
              </a:solidFill>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Title 1"/>
          <p:cNvSpPr>
            <a:spLocks noGrp="1"/>
          </p:cNvSpPr>
          <p:nvPr>
            <p:ph type="title"/>
          </p:nvPr>
        </p:nvSpPr>
        <p:spPr/>
        <p:txBody>
          <a:bodyPr vert="horz" anchor="t">
            <a:no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4000" b="0" i="0" u="none" strike="noStrike" kern="1200" cap="none" spc="-100" normalizeH="0" baseline="0" noProof="0" dirty="0" smtClean="0">
                <a:ln>
                  <a:noFill/>
                </a:ln>
                <a:solidFill>
                  <a:schemeClr val="accent2">
                    <a:lumMod val="60000"/>
                    <a:lumOff val="40000"/>
                  </a:schemeClr>
                </a:solidFill>
                <a:effectLst/>
                <a:uLnTx/>
                <a:uFillTx/>
                <a:latin typeface="+mj-lt"/>
                <a:ea typeface="+mj-ea"/>
                <a:cs typeface="+mj-cs"/>
              </a:rPr>
              <a:t>TYPES</a:t>
            </a:r>
            <a:r>
              <a:rPr kumimoji="0" lang="en-US" sz="4000" b="0" i="0" u="none" strike="noStrike" kern="1200" cap="none" spc="-100" normalizeH="0" baseline="0" noProof="0" dirty="0" smtClean="0">
                <a:ln>
                  <a:noFill/>
                </a:ln>
                <a:solidFill>
                  <a:srgbClr val="FFFF00"/>
                </a:solidFill>
                <a:effectLst/>
                <a:uLnTx/>
                <a:uFillTx/>
                <a:latin typeface="+mj-lt"/>
                <a:ea typeface="+mj-ea"/>
                <a:cs typeface="+mj-cs"/>
              </a:rPr>
              <a:t> </a:t>
            </a:r>
            <a:endParaRPr kumimoji="0" lang="en-US" sz="4000" b="0" i="0" u="none" strike="noStrike" kern="1200" cap="none" spc="-100" normalizeH="0" baseline="0" noProof="0" dirty="0" smtClean="0">
              <a:ln>
                <a:noFill/>
              </a:ln>
              <a:solidFill>
                <a:srgbClr val="FFFF00"/>
              </a:solidFill>
              <a:effectLst/>
              <a:uLnTx/>
              <a:uFillTx/>
              <a:latin typeface="+mj-lt"/>
              <a:ea typeface="+mj-ea"/>
              <a:cs typeface="+mj-cs"/>
            </a:endParaRPr>
          </a:p>
        </p:txBody>
      </p:sp>
      <p:sp>
        <p:nvSpPr>
          <p:cNvPr id="121859" name="Content Placeholder 2"/>
          <p:cNvSpPr>
            <a:spLocks noGrp="1"/>
          </p:cNvSpPr>
          <p:nvPr>
            <p:ph idx="1"/>
          </p:nvPr>
        </p:nvSpPr>
        <p:spPr>
          <a:xfrm>
            <a:off x="457200" y="1600200"/>
            <a:ext cx="8458200" cy="4876800"/>
          </a:xfrm>
          <a:ln/>
        </p:spPr>
        <p:txBody>
          <a:bodyPr vert="horz" wrap="square" lIns="91440" tIns="45720" rIns="91440" bIns="45720" anchor="t" anchorCtr="0"/>
          <a:p>
            <a:pPr marL="514350" indent="-514350" eaLnBrk="1" hangingPunct="1">
              <a:buFont typeface="Arial" panose="020B0604020202020204" pitchFamily="34" charset="0"/>
              <a:buAutoNum type="alphaLcParenR"/>
            </a:pPr>
            <a:r>
              <a:rPr sz="3600" dirty="0">
                <a:solidFill>
                  <a:srgbClr val="00B0F0"/>
                </a:solidFill>
              </a:rPr>
              <a:t>Infiltration anesthesia</a:t>
            </a:r>
            <a:endParaRPr sz="3600" dirty="0">
              <a:solidFill>
                <a:srgbClr val="00B0F0"/>
              </a:solidFill>
            </a:endParaRPr>
          </a:p>
          <a:p>
            <a:pPr marL="514350" indent="-514350" eaLnBrk="1" hangingPunct="1">
              <a:buFont typeface="Arial" panose="020B0604020202020204" pitchFamily="34" charset="0"/>
              <a:buNone/>
            </a:pPr>
            <a:r>
              <a:rPr sz="3600" dirty="0">
                <a:solidFill>
                  <a:srgbClr val="FFFF00"/>
                </a:solidFill>
              </a:rPr>
              <a:t>-This is by direct injection into tissues to reach nerve branches and terminals</a:t>
            </a:r>
            <a:endParaRPr sz="3600" dirty="0">
              <a:solidFill>
                <a:srgbClr val="FFFF00"/>
              </a:solidFill>
            </a:endParaRPr>
          </a:p>
          <a:p>
            <a:pPr marL="514350" indent="-514350" eaLnBrk="1" hangingPunct="1">
              <a:buFont typeface="Arial" panose="020B0604020202020204" pitchFamily="34" charset="0"/>
              <a:buNone/>
            </a:pPr>
            <a:r>
              <a:rPr sz="3600" dirty="0">
                <a:solidFill>
                  <a:srgbClr val="FFFF00"/>
                </a:solidFill>
              </a:rPr>
              <a:t>-Used in minor surgery</a:t>
            </a:r>
            <a:endParaRPr sz="3600" dirty="0">
              <a:solidFill>
                <a:srgbClr val="FFFF00"/>
              </a:solidFill>
            </a:endParaRPr>
          </a:p>
          <a:p>
            <a:pPr marL="514350" indent="-514350" eaLnBrk="1" hangingPunct="1">
              <a:buFont typeface="Arial" panose="020B0604020202020204" pitchFamily="34" charset="0"/>
              <a:buNone/>
            </a:pPr>
            <a:r>
              <a:rPr sz="3600" dirty="0">
                <a:solidFill>
                  <a:srgbClr val="FFFF00"/>
                </a:solidFill>
              </a:rPr>
              <a:t>-Drug used is lidocaine</a:t>
            </a:r>
            <a:endParaRPr sz="3600" dirty="0">
              <a:solidFill>
                <a:srgbClr val="FFFF00"/>
              </a:solidFill>
            </a:endParaRPr>
          </a:p>
          <a:p>
            <a:pPr marL="514350" indent="-514350" eaLnBrk="1" hangingPunct="1">
              <a:buFont typeface="Arial" panose="020B0604020202020204" pitchFamily="34" charset="0"/>
              <a:buNone/>
            </a:pPr>
            <a:r>
              <a:rPr sz="3600" dirty="0">
                <a:solidFill>
                  <a:srgbClr val="00B0F0"/>
                </a:solidFill>
              </a:rPr>
              <a:t>b) Surface anesthesia- </a:t>
            </a:r>
            <a:r>
              <a:rPr sz="3600" dirty="0">
                <a:solidFill>
                  <a:srgbClr val="FFFF00"/>
                </a:solidFill>
              </a:rPr>
              <a:t>used in form of spray-lidocaine, tetracaine, dibucaine and benzocaine</a:t>
            </a:r>
            <a:endParaRPr sz="3600" dirty="0">
              <a:solidFill>
                <a:srgbClr val="FFFF00"/>
              </a:solidFill>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Content Placeholder 2"/>
          <p:cNvSpPr>
            <a:spLocks noGrp="1"/>
          </p:cNvSpPr>
          <p:nvPr>
            <p:ph idx="1"/>
          </p:nvPr>
        </p:nvSpPr>
        <p:spPr>
          <a:xfrm>
            <a:off x="457200" y="381000"/>
            <a:ext cx="8229600" cy="5943600"/>
          </a:xfrm>
        </p:spPr>
        <p:txBody>
          <a:bodyPr vert="horz" wrap="square" lIns="91440" tIns="45720" rIns="91440" bIns="45720" numCol="1" anchor="t" anchorCtr="0" compatLnSpc="1">
            <a:normAutofit/>
          </a:bodyPr>
          <a:lstStyle/>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Arial" panose="020B0604020202020204" pitchFamily="34" charset="0"/>
              <a:buNone/>
              <a:defRPr/>
            </a:pPr>
            <a:endParaRPr kumimoji="0" lang="en-US" sz="30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Arial" panose="020B0604020202020204" pitchFamily="34" charset="0"/>
              <a:buNone/>
              <a:defRPr/>
            </a:pPr>
            <a:r>
              <a:rPr kumimoji="0" lang="en-US" sz="3600" b="0" i="0" u="none" strike="noStrike" kern="1200" cap="none" spc="0" normalizeH="0" baseline="0" noProof="0" dirty="0" smtClean="0">
                <a:ln>
                  <a:noFill/>
                </a:ln>
                <a:solidFill>
                  <a:srgbClr val="00B0F0"/>
                </a:solidFill>
                <a:effectLst/>
                <a:uLnTx/>
                <a:uFillTx/>
                <a:latin typeface="+mn-lt"/>
                <a:ea typeface="+mn-ea"/>
                <a:cs typeface="+mn-cs"/>
              </a:rPr>
              <a:t>c) Nerve block </a:t>
            </a:r>
            <a:r>
              <a:rPr kumimoji="0" lang="en-US" sz="3600" b="0" i="0" u="none" strike="noStrike" kern="1200" cap="none" spc="0" normalizeH="0" baseline="0" noProof="0" dirty="0" smtClean="0">
                <a:ln>
                  <a:noFill/>
                </a:ln>
                <a:solidFill>
                  <a:srgbClr val="FFFF00"/>
                </a:solidFill>
                <a:effectLst/>
                <a:uLnTx/>
                <a:uFillTx/>
                <a:latin typeface="+mn-lt"/>
                <a:ea typeface="+mn-ea"/>
                <a:cs typeface="+mn-cs"/>
              </a:rPr>
              <a:t>–the nerve supplying the area is infiltrated with the anesthetic drug, inducing loss of sensation on the area. </a:t>
            </a:r>
            <a:r>
              <a:rPr kumimoji="0" lang="en-US" sz="3600" b="0" i="0" u="none" strike="noStrike" kern="1200" cap="none" spc="0" normalizeH="0" baseline="0" noProof="0" dirty="0" err="1" smtClean="0">
                <a:ln>
                  <a:noFill/>
                </a:ln>
                <a:solidFill>
                  <a:srgbClr val="FFFF00"/>
                </a:solidFill>
                <a:effectLst/>
                <a:uLnTx/>
                <a:uFillTx/>
                <a:latin typeface="+mn-lt"/>
                <a:ea typeface="+mn-ea"/>
                <a:cs typeface="+mn-cs"/>
              </a:rPr>
              <a:t>Lidocaine</a:t>
            </a:r>
            <a:r>
              <a:rPr kumimoji="0" lang="en-US" sz="3600" b="0" i="0" u="none" strike="noStrike" kern="1200" cap="none" spc="0" normalizeH="0" baseline="0" noProof="0" dirty="0" smtClean="0">
                <a:ln>
                  <a:noFill/>
                </a:ln>
                <a:solidFill>
                  <a:srgbClr val="FFFF00"/>
                </a:solidFill>
                <a:effectLst/>
                <a:uLnTx/>
                <a:uFillTx/>
                <a:latin typeface="+mn-lt"/>
                <a:ea typeface="+mn-ea"/>
                <a:cs typeface="+mn-cs"/>
              </a:rPr>
              <a:t> is commonly used</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Arial" panose="020B0604020202020204" pitchFamily="34" charset="0"/>
              <a:buNone/>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e.g. –used in dental surgery</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Arial" panose="020B0604020202020204" pitchFamily="34" charset="0"/>
              <a:buNone/>
              <a:defRPr/>
            </a:pP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Arial" panose="020B0604020202020204" pitchFamily="34" charset="0"/>
              <a:buNone/>
              <a:defRPr/>
            </a:pPr>
            <a:r>
              <a:rPr kumimoji="0" lang="en-US" sz="3600" b="0" i="0" u="none" strike="noStrike" kern="1200" cap="none" spc="0" normalizeH="0" baseline="0" noProof="0" dirty="0" smtClean="0">
                <a:ln>
                  <a:noFill/>
                </a:ln>
                <a:solidFill>
                  <a:srgbClr val="00B0F0"/>
                </a:solidFill>
                <a:effectLst/>
                <a:uLnTx/>
                <a:uFillTx/>
                <a:latin typeface="+mn-lt"/>
                <a:ea typeface="+mn-ea"/>
                <a:cs typeface="+mn-cs"/>
              </a:rPr>
              <a:t>d)Field block- </a:t>
            </a:r>
            <a:r>
              <a:rPr kumimoji="0" lang="en-US" sz="3600" b="0" i="0" u="none" strike="noStrike" kern="1200" cap="none" spc="0" normalizeH="0" baseline="0" noProof="0" dirty="0" smtClean="0">
                <a:ln>
                  <a:noFill/>
                </a:ln>
                <a:solidFill>
                  <a:srgbClr val="FFFF00"/>
                </a:solidFill>
                <a:effectLst/>
                <a:uLnTx/>
                <a:uFillTx/>
                <a:latin typeface="+mn-lt"/>
                <a:ea typeface="+mn-ea"/>
                <a:cs typeface="+mn-cs"/>
              </a:rPr>
              <a:t>common with nerve block but involves more than one nerve</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Arial" panose="020B0604020202020204" pitchFamily="34" charset="0"/>
              <a:buNone/>
              <a:defRPr/>
            </a:pPr>
            <a:endParaRPr kumimoji="0" lang="en-US" sz="30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Arial" panose="020B0604020202020204" pitchFamily="34" charset="0"/>
              <a:buNone/>
              <a:defRPr/>
            </a:pPr>
            <a:endParaRPr kumimoji="0" lang="en-US" sz="3000" b="0" i="0" u="none" strike="noStrike" kern="1200" cap="none" spc="0" normalizeH="0" baseline="0" noProof="0" dirty="0" smtClean="0">
              <a:ln>
                <a:noFill/>
              </a:ln>
              <a:solidFill>
                <a:srgbClr val="FFFF00"/>
              </a:solidFill>
              <a:effectLst/>
              <a:uLnTx/>
              <a:uFillTx/>
              <a:latin typeface="+mn-lt"/>
              <a:ea typeface="+mn-ea"/>
              <a:cs typeface="+mn-cs"/>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Content Placeholder 2"/>
          <p:cNvSpPr>
            <a:spLocks noGrp="1"/>
          </p:cNvSpPr>
          <p:nvPr>
            <p:ph idx="1"/>
          </p:nvPr>
        </p:nvSpPr>
        <p:spPr>
          <a:xfrm>
            <a:off x="457200" y="685800"/>
            <a:ext cx="8229600" cy="5867400"/>
          </a:xfrm>
        </p:spPr>
        <p:txBody>
          <a:bodyPr vert="horz" wrap="square" lIns="91440" tIns="45720" rIns="91440" bIns="45720" numCol="1" anchor="t" anchorCtr="0" compatLnSpc="1">
            <a:normAutofit/>
          </a:bodyPr>
          <a:lstStyle/>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Arial" panose="020B0604020202020204" pitchFamily="34" charset="0"/>
              <a:buNone/>
              <a:defRPr/>
            </a:pPr>
            <a:r>
              <a:rPr kumimoji="0" lang="en-US" sz="3600" b="0" i="0" u="none" strike="noStrike" kern="1200" cap="none" spc="0" normalizeH="0" baseline="0" noProof="0" dirty="0" smtClean="0">
                <a:ln>
                  <a:noFill/>
                </a:ln>
                <a:solidFill>
                  <a:srgbClr val="00B0F0"/>
                </a:solidFill>
                <a:effectLst/>
                <a:uLnTx/>
                <a:uFillTx/>
                <a:latin typeface="+mn-lt"/>
                <a:ea typeface="+mn-ea"/>
                <a:cs typeface="+mn-cs"/>
              </a:rPr>
              <a:t>e) Epidural anesthesia- </a:t>
            </a:r>
            <a:r>
              <a:rPr kumimoji="0" lang="en-US" sz="3600" b="0" i="0" u="none" strike="noStrike" kern="1200" cap="none" spc="0" normalizeH="0" baseline="0" noProof="0" dirty="0" smtClean="0">
                <a:ln>
                  <a:noFill/>
                </a:ln>
                <a:solidFill>
                  <a:srgbClr val="FFFF00"/>
                </a:solidFill>
                <a:effectLst/>
                <a:uLnTx/>
                <a:uFillTx/>
                <a:latin typeface="+mn-lt"/>
                <a:ea typeface="+mn-ea"/>
                <a:cs typeface="+mn-cs"/>
              </a:rPr>
              <a:t>anesthetic drug is injected in the epidural space blocking the spinal roots.</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Arial" panose="020B0604020202020204" pitchFamily="34" charset="0"/>
              <a:buNone/>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 Drug used are lidocaine and bupivacaine</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Tx/>
              <a:buChar char="-"/>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Used for surgery’s  of the abdomen and below</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Arial" panose="020B0604020202020204" pitchFamily="34" charset="0"/>
              <a:buNone/>
              <a:defRPr/>
            </a:pP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Arial" panose="020B0604020202020204" pitchFamily="34" charset="0"/>
              <a:buNone/>
              <a:defRPr/>
            </a:pPr>
            <a:r>
              <a:rPr kumimoji="0" lang="en-US" sz="3600" b="0" i="0" u="none" strike="noStrike" kern="1200" cap="none" spc="0" normalizeH="0" baseline="0" noProof="0" dirty="0" smtClean="0">
                <a:ln>
                  <a:noFill/>
                </a:ln>
                <a:solidFill>
                  <a:srgbClr val="00B0F0"/>
                </a:solidFill>
                <a:effectLst/>
                <a:uLnTx/>
                <a:uFillTx/>
                <a:latin typeface="+mn-lt"/>
                <a:ea typeface="+mn-ea"/>
                <a:cs typeface="+mn-cs"/>
              </a:rPr>
              <a:t>f) Spinal anesthesia- </a:t>
            </a:r>
            <a:r>
              <a:rPr kumimoji="0" lang="en-US" sz="3600" b="0" i="0" u="none" strike="noStrike" kern="1200" cap="none" spc="0" normalizeH="0" baseline="0" noProof="0" dirty="0" smtClean="0">
                <a:ln>
                  <a:noFill/>
                </a:ln>
                <a:solidFill>
                  <a:srgbClr val="FFFF00"/>
                </a:solidFill>
                <a:effectLst/>
                <a:uLnTx/>
                <a:uFillTx/>
                <a:latin typeface="+mn-lt"/>
                <a:ea typeface="+mn-ea"/>
                <a:cs typeface="+mn-cs"/>
              </a:rPr>
              <a:t>anesthetic drug is injected into the subarachnoid space</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Arial" panose="020B0604020202020204" pitchFamily="34" charset="0"/>
              <a:buNone/>
              <a:defRPr/>
            </a:pPr>
            <a:endParaRPr kumimoji="0" lang="en-US" sz="30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Arial" panose="020B0604020202020204" pitchFamily="34" charset="0"/>
              <a:buNone/>
              <a:defRPr/>
            </a:pPr>
            <a:endParaRPr kumimoji="0" lang="en-US" sz="3000" b="0" i="0" u="none" strike="noStrike" kern="1200" cap="none" spc="0" normalizeH="0" baseline="0" noProof="0" dirty="0" smtClean="0">
              <a:ln>
                <a:noFill/>
              </a:ln>
              <a:solidFill>
                <a:srgbClr val="FFFF00"/>
              </a:solidFill>
              <a:effectLst/>
              <a:uLnTx/>
              <a:uFillTx/>
              <a:latin typeface="+mn-lt"/>
              <a:ea typeface="+mn-ea"/>
              <a:cs typeface="+mn-cs"/>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Content Placeholder 2"/>
          <p:cNvSpPr>
            <a:spLocks noGrp="1"/>
          </p:cNvSpPr>
          <p:nvPr>
            <p:ph idx="1"/>
          </p:nvPr>
        </p:nvSpPr>
        <p:spPr>
          <a:xfrm>
            <a:off x="457200" y="609600"/>
            <a:ext cx="8229600" cy="5516563"/>
          </a:xfrm>
        </p:spPr>
        <p:txBody>
          <a:bodyPr vert="horz" wrap="square" lIns="91440" tIns="45720" rIns="91440" bIns="45720" numCol="1" anchor="t" anchorCtr="0" compatLnSpc="1">
            <a:normAutofit/>
          </a:bodyPr>
          <a:lstStyle/>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Tx/>
              <a:buChar char="-"/>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Sometimes a lumbar puncture is done before injecting the drug</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Tx/>
              <a:buChar char="-"/>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Paralysis is achieved below the level of the puncture</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Tx/>
              <a:buChar char="-"/>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Used for surgery to the abdomen, pelvis or lower part of the body when general anesthesia cannot be used</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Tx/>
              <a:buChar char="-"/>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Mainly used drug is lidocaine</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Arial" panose="020B0604020202020204" pitchFamily="34" charset="0"/>
              <a:buNone/>
              <a:defRPr/>
            </a:pPr>
            <a:endParaRPr kumimoji="0" lang="en-US" sz="3000" b="0" i="0" u="none" strike="noStrike" kern="1200" cap="none" spc="0" normalizeH="0" baseline="0" noProof="0" dirty="0" smtClean="0">
              <a:ln>
                <a:noFill/>
              </a:ln>
              <a:solidFill>
                <a:srgbClr val="FFFF00"/>
              </a:solidFill>
              <a:effectLst/>
              <a:uLnTx/>
              <a:uFillTx/>
              <a:latin typeface="+mn-lt"/>
              <a:ea typeface="+mn-ea"/>
              <a:cs typeface="+mn-cs"/>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vert="horz" anchor="t">
            <a:no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4000" b="0" i="0" u="none" strike="noStrike" kern="1200" cap="none" spc="-100" normalizeH="0" baseline="0" noProof="0" dirty="0" err="1" smtClean="0">
                <a:ln>
                  <a:noFill/>
                </a:ln>
                <a:solidFill>
                  <a:srgbClr val="C1EEFF"/>
                </a:solidFill>
                <a:effectLst/>
                <a:uLnTx/>
                <a:uFillTx/>
                <a:latin typeface="+mj-lt"/>
                <a:ea typeface="+mj-ea"/>
                <a:cs typeface="+mj-cs"/>
              </a:rPr>
              <a:t>Electrosurgery</a:t>
            </a:r>
            <a:endParaRPr kumimoji="0" lang="en-US" sz="4000" b="0" i="0" u="none" strike="noStrike" kern="1200" cap="none" spc="-100" normalizeH="0" baseline="0" noProof="0" dirty="0">
              <a:ln>
                <a:noFill/>
              </a:ln>
              <a:solidFill>
                <a:srgbClr val="C1EEFF"/>
              </a:solidFill>
              <a:effectLst/>
              <a:uLnTx/>
              <a:uFillTx/>
              <a:latin typeface="+mj-lt"/>
              <a:ea typeface="+mj-ea"/>
              <a:cs typeface="+mj-cs"/>
            </a:endParaRPr>
          </a:p>
        </p:txBody>
      </p:sp>
      <p:sp>
        <p:nvSpPr>
          <p:cNvPr id="125955" name="Content Placeholder 2"/>
          <p:cNvSpPr>
            <a:spLocks noGrp="1"/>
          </p:cNvSpPr>
          <p:nvPr>
            <p:ph idx="1"/>
          </p:nvPr>
        </p:nvSpPr>
        <p:spPr>
          <a:ln/>
        </p:spPr>
        <p:txBody>
          <a:bodyPr vert="horz" wrap="square" lIns="91440" tIns="45720" rIns="91440" bIns="45720" anchor="t" anchorCtr="0"/>
          <a:p>
            <a:r>
              <a:rPr sz="3200" dirty="0"/>
              <a:t>Electrosurgery is a term used to describe multiple modalities that use electricity to cause thermal destruction of tissue through dehydration, coagulation, or vaporization.</a:t>
            </a:r>
            <a:r>
              <a:rPr sz="3200" baseline="30000" dirty="0"/>
              <a:t> </a:t>
            </a:r>
            <a:endParaRPr sz="3200" baseline="30000" dirty="0"/>
          </a:p>
          <a:p>
            <a:r>
              <a:rPr sz="3200" dirty="0"/>
              <a:t>The two types of electrosurgery most commonly used are monopolar and bipolar </a:t>
            </a:r>
            <a:endParaRPr sz="32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vert="horz" anchor="t">
            <a:no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4000" b="0" i="0" u="none" strike="noStrike" kern="1200" cap="none" spc="-100" normalizeH="0" baseline="0" noProof="0" dirty="0" smtClean="0">
                <a:ln>
                  <a:noFill/>
                </a:ln>
                <a:solidFill>
                  <a:srgbClr val="C1EEFF"/>
                </a:solidFill>
                <a:effectLst/>
                <a:uLnTx/>
                <a:uFillTx/>
                <a:latin typeface="+mj-lt"/>
                <a:ea typeface="+mj-ea"/>
                <a:cs typeface="+mj-cs"/>
              </a:rPr>
              <a:t>Electrosurgical unit(surgical </a:t>
            </a:r>
            <a:r>
              <a:rPr kumimoji="0" lang="en-US" sz="4000" b="0" i="0" u="none" strike="noStrike" kern="1200" cap="none" spc="-100" normalizeH="0" baseline="0" noProof="0" dirty="0" err="1" smtClean="0">
                <a:ln>
                  <a:noFill/>
                </a:ln>
                <a:solidFill>
                  <a:srgbClr val="C1EEFF"/>
                </a:solidFill>
                <a:effectLst/>
                <a:uLnTx/>
                <a:uFillTx/>
                <a:latin typeface="+mj-lt"/>
                <a:ea typeface="+mj-ea"/>
                <a:cs typeface="+mj-cs"/>
              </a:rPr>
              <a:t>diathemy</a:t>
            </a:r>
            <a:r>
              <a:rPr kumimoji="0" lang="en-US" sz="4000" b="0" i="0" u="none" strike="noStrike" kern="1200" cap="none" spc="-100" normalizeH="0" baseline="0" noProof="0" dirty="0" smtClean="0">
                <a:ln>
                  <a:noFill/>
                </a:ln>
                <a:solidFill>
                  <a:srgbClr val="C1EEFF"/>
                </a:solidFill>
                <a:effectLst/>
                <a:uLnTx/>
                <a:uFillTx/>
                <a:latin typeface="+mj-lt"/>
                <a:ea typeface="+mj-ea"/>
                <a:cs typeface="+mj-cs"/>
              </a:rPr>
              <a:t>)</a:t>
            </a:r>
            <a:endParaRPr kumimoji="0" lang="en-US" sz="4000" b="0" i="0" u="none" strike="noStrike" kern="1200" cap="none" spc="-100" normalizeH="0" baseline="0" noProof="0" dirty="0">
              <a:ln>
                <a:noFill/>
              </a:ln>
              <a:solidFill>
                <a:srgbClr val="C1EEFF"/>
              </a:solidFill>
              <a:effectLst/>
              <a:uLnTx/>
              <a:uFillTx/>
              <a:latin typeface="+mj-lt"/>
              <a:ea typeface="+mj-ea"/>
              <a:cs typeface="+mj-cs"/>
            </a:endParaRPr>
          </a:p>
        </p:txBody>
      </p:sp>
      <p:pic>
        <p:nvPicPr>
          <p:cNvPr id="126979" name="Content Placeholder 3" descr="Image result for electrosurgery units and forceps"/>
          <p:cNvPicPr>
            <a:picLocks noGrp="1"/>
          </p:cNvPicPr>
          <p:nvPr>
            <p:ph idx="1"/>
          </p:nvPr>
        </p:nvPicPr>
        <p:blipFill>
          <a:blip r:embed="rId1"/>
          <a:srcRect/>
          <a:stretch>
            <a:fillRect/>
          </a:stretch>
        </p:blipFill>
        <p:spPr>
          <a:xfrm>
            <a:off x="1447800" y="1949450"/>
            <a:ext cx="6019800" cy="4908550"/>
          </a:xfrm>
          <a:ln/>
        </p:spPr>
      </p:pic>
      <p:sp>
        <p:nvSpPr>
          <p:cNvPr id="5" name="Rectangle 4"/>
          <p:cNvSpPr/>
          <p:nvPr/>
        </p:nvSpPr>
        <p:spPr>
          <a:xfrm>
            <a:off x="6172200" y="5943600"/>
            <a:ext cx="914400" cy="9144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1800" b="0" i="0" u="none" strike="noStrike" kern="1200" cap="none" spc="0" normalizeH="0" baseline="0" noProof="0" dirty="0" smtClean="0">
                <a:ln>
                  <a:noFill/>
                </a:ln>
                <a:solidFill>
                  <a:schemeClr val="lt1"/>
                </a:solidFill>
                <a:effectLst/>
                <a:uLnTx/>
                <a:uFillTx/>
                <a:latin typeface="+mn-lt"/>
                <a:ea typeface="+mn-ea"/>
                <a:cs typeface="+mn-cs"/>
              </a:rPr>
              <a:t>Return pad</a:t>
            </a:r>
            <a:endParaRPr kumimoji="0" lang="en-US" sz="1800" b="0" i="0" u="none" strike="noStrike" kern="1200" cap="none" spc="0" normalizeH="0" baseline="0" noProof="0" dirty="0" smtClean="0">
              <a:ln>
                <a:noFill/>
              </a:ln>
              <a:solidFill>
                <a:schemeClr val="lt1"/>
              </a:solidFill>
              <a:effectLst/>
              <a:uLnTx/>
              <a:uFillTx/>
              <a:latin typeface="+mn-lt"/>
              <a:ea typeface="+mn-ea"/>
              <a:cs typeface="+mn-cs"/>
            </a:endParaRPr>
          </a:p>
        </p:txBody>
      </p:sp>
      <p:cxnSp>
        <p:nvCxnSpPr>
          <p:cNvPr id="7" name="Straight Arrow Connector 6"/>
          <p:cNvCxnSpPr/>
          <p:nvPr/>
        </p:nvCxnSpPr>
        <p:spPr>
          <a:xfrm rot="16200000" flipV="1">
            <a:off x="5638800" y="5410200"/>
            <a:ext cx="533400" cy="5334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8002" name="Rectangle 1"/>
          <p:cNvSpPr/>
          <p:nvPr/>
        </p:nvSpPr>
        <p:spPr>
          <a:xfrm>
            <a:off x="457200" y="1295400"/>
            <a:ext cx="8229600" cy="6370638"/>
          </a:xfrm>
          <a:prstGeom prst="rect">
            <a:avLst/>
          </a:prstGeom>
          <a:noFill/>
          <a:ln w="9525">
            <a:noFill/>
          </a:ln>
        </p:spPr>
        <p:txBody>
          <a:bodyPr>
            <a:spAutoFit/>
          </a:bodyPr>
          <a:p>
            <a:r>
              <a:rPr sz="3200" b="1" dirty="0">
                <a:solidFill>
                  <a:srgbClr val="00B0F0"/>
                </a:solidFill>
                <a:latin typeface="Arial" panose="020B0604020202020204" pitchFamily="34" charset="0"/>
              </a:rPr>
              <a:t>Monopolar electro surgery </a:t>
            </a:r>
            <a:endParaRPr sz="3200" b="1" dirty="0">
              <a:solidFill>
                <a:srgbClr val="00B0F0"/>
              </a:solidFill>
              <a:latin typeface="Arial" panose="020B0604020202020204" pitchFamily="34" charset="0"/>
            </a:endParaRPr>
          </a:p>
          <a:p>
            <a:pPr>
              <a:buFont typeface="Arial" panose="020B0604020202020204" pitchFamily="34" charset="0"/>
              <a:buChar char="•"/>
            </a:pPr>
            <a:r>
              <a:rPr sz="3200" dirty="0">
                <a:solidFill>
                  <a:srgbClr val="FFFF00"/>
                </a:solidFill>
                <a:latin typeface="Arial" panose="020B0604020202020204" pitchFamily="34" charset="0"/>
              </a:rPr>
              <a:t> </a:t>
            </a:r>
            <a:r>
              <a:rPr sz="2800" dirty="0">
                <a:latin typeface="Arial" panose="020B0604020202020204" pitchFamily="34" charset="0"/>
              </a:rPr>
              <a:t>Current passes from the probe electrode, to the tissue and through the patient to a return pad to complete the  circuit</a:t>
            </a:r>
            <a:endParaRPr sz="2800" dirty="0">
              <a:latin typeface="Arial" panose="020B0604020202020204" pitchFamily="34" charset="0"/>
            </a:endParaRPr>
          </a:p>
          <a:p>
            <a:pPr>
              <a:buFont typeface="Wingdings" panose="05000000000000000000" pitchFamily="2" charset="2"/>
              <a:buChar char="§"/>
            </a:pPr>
            <a:endParaRPr sz="2800" dirty="0">
              <a:latin typeface="Arial" panose="020B0604020202020204" pitchFamily="34" charset="0"/>
            </a:endParaRPr>
          </a:p>
          <a:p>
            <a:pPr>
              <a:buFont typeface="Wingdings" panose="05000000000000000000" pitchFamily="2" charset="2"/>
              <a:buChar char="§"/>
            </a:pPr>
            <a:r>
              <a:rPr sz="2800" dirty="0">
                <a:latin typeface="Arial" panose="020B0604020202020204" pitchFamily="34" charset="0"/>
              </a:rPr>
              <a:t>Return electrode pad is attached to the patient, so the electrical current flows from the generator to the electrode through the target tissue, to the patient return pad and back to the generator. </a:t>
            </a:r>
            <a:endParaRPr sz="2800" dirty="0">
              <a:latin typeface="Arial" panose="020B0604020202020204" pitchFamily="34" charset="0"/>
            </a:endParaRPr>
          </a:p>
          <a:p>
            <a:pPr>
              <a:buFont typeface="Wingdings" panose="05000000000000000000" pitchFamily="2" charset="2"/>
              <a:buChar char="§"/>
            </a:pPr>
            <a:endParaRPr sz="2800" dirty="0">
              <a:latin typeface="Arial" panose="020B0604020202020204" pitchFamily="34" charset="0"/>
            </a:endParaRPr>
          </a:p>
          <a:p>
            <a:pPr>
              <a:buFont typeface="Wingdings" panose="05000000000000000000" pitchFamily="2" charset="2"/>
              <a:buChar char="§"/>
            </a:pPr>
            <a:r>
              <a:rPr sz="2800" dirty="0">
                <a:latin typeface="Arial" panose="020B0604020202020204" pitchFamily="34" charset="0"/>
              </a:rPr>
              <a:t>Is the most commonly used because of its versatility and effectiveness.</a:t>
            </a:r>
            <a:endParaRPr sz="2800" dirty="0">
              <a:latin typeface="Arial" panose="020B0604020202020204" pitchFamily="34" charset="0"/>
            </a:endParaRPr>
          </a:p>
          <a:p>
            <a:endParaRPr sz="3200" dirty="0">
              <a:solidFill>
                <a:srgbClr val="FFFF00"/>
              </a:solidFill>
              <a:latin typeface="Arial" panose="020B0604020202020204" pitchFamily="34" charset="0"/>
            </a:endParaRPr>
          </a:p>
          <a:p>
            <a:endParaRPr sz="3200" dirty="0">
              <a:solidFill>
                <a:srgbClr val="FFFF00"/>
              </a:solidFill>
              <a:latin typeface="Arial" panose="020B0604020202020204" pitchFamily="34" charset="0"/>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vert="horz" anchor="t">
            <a:no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4000" b="0" i="0" u="none" strike="noStrike" kern="1200" cap="none" spc="-100" normalizeH="0" baseline="0" noProof="0" dirty="0" err="1" smtClean="0">
                <a:ln>
                  <a:noFill/>
                </a:ln>
                <a:solidFill>
                  <a:schemeClr val="accent2">
                    <a:lumMod val="60000"/>
                    <a:lumOff val="40000"/>
                  </a:schemeClr>
                </a:solidFill>
                <a:effectLst/>
                <a:uLnTx/>
                <a:uFillTx/>
                <a:latin typeface="+mj-lt"/>
                <a:ea typeface="+mj-ea"/>
                <a:cs typeface="+mj-cs"/>
              </a:rPr>
              <a:t>Monopolar</a:t>
            </a:r>
            <a:endParaRPr kumimoji="0" lang="en-US" sz="4000" b="0" i="0" u="none" strike="noStrike" kern="1200" cap="none" spc="-100" normalizeH="0" baseline="0" noProof="0" dirty="0">
              <a:ln>
                <a:noFill/>
              </a:ln>
              <a:solidFill>
                <a:schemeClr val="accent2">
                  <a:lumMod val="60000"/>
                  <a:lumOff val="40000"/>
                </a:schemeClr>
              </a:solidFill>
              <a:effectLst/>
              <a:uLnTx/>
              <a:uFillTx/>
              <a:latin typeface="+mj-lt"/>
              <a:ea typeface="+mj-ea"/>
              <a:cs typeface="+mj-cs"/>
            </a:endParaRPr>
          </a:p>
        </p:txBody>
      </p:sp>
      <p:pic>
        <p:nvPicPr>
          <p:cNvPr id="129027" name="Content Placeholder 3" descr="http://www.drcog-mrcog.info/diathe3.jpg"/>
          <p:cNvPicPr>
            <a:picLocks noGrp="1"/>
          </p:cNvPicPr>
          <p:nvPr>
            <p:ph idx="1"/>
          </p:nvPr>
        </p:nvPicPr>
        <p:blipFill>
          <a:blip r:embed="rId1"/>
          <a:srcRect/>
          <a:stretch>
            <a:fillRect/>
          </a:stretch>
        </p:blipFill>
        <p:spPr>
          <a:xfrm>
            <a:off x="838200" y="1524000"/>
            <a:ext cx="6858000" cy="3903663"/>
          </a:xfrm>
          <a:ln/>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533400" y="685800"/>
            <a:ext cx="7924800" cy="8216900"/>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3600" b="1" i="0" u="none" strike="noStrike" kern="1200" cap="none" spc="0" normalizeH="0" baseline="0" noProof="0" dirty="0">
                <a:ln>
                  <a:noFill/>
                </a:ln>
                <a:solidFill>
                  <a:srgbClr val="00B0F0"/>
                </a:solidFill>
                <a:effectLst/>
                <a:uLnTx/>
                <a:uFillTx/>
                <a:latin typeface="+mn-lt"/>
                <a:ea typeface="+mn-ea"/>
                <a:cs typeface="Arial" panose="020B0604020202020204" pitchFamily="34" charset="0"/>
              </a:rPr>
              <a:t>Bipolar electro surgery </a:t>
            </a:r>
            <a:endParaRPr kumimoji="0" lang="en-US" sz="3600" b="1" i="0" u="none" strike="noStrike" kern="1200" cap="none" spc="0" normalizeH="0" baseline="0" noProof="0" dirty="0">
              <a:ln>
                <a:noFill/>
              </a:ln>
              <a:solidFill>
                <a:srgbClr val="00B0F0"/>
              </a:solidFill>
              <a:effectLst/>
              <a:uLnTx/>
              <a:uFillTx/>
              <a:latin typeface="+mn-lt"/>
              <a:ea typeface="+mn-ea"/>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dirty="0">
              <a:ln>
                <a:noFill/>
              </a:ln>
              <a:solidFill>
                <a:srgbClr val="FFFF00"/>
              </a:solidFill>
              <a:effectLst/>
              <a:uLnTx/>
              <a:uFillTx/>
              <a:latin typeface="+mn-lt"/>
              <a:ea typeface="+mn-ea"/>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sz="3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 The current only passes through the tissue between the two arms of the forceps shaped electrode (visualize the tip of a pair of tweezers.)</a:t>
            </a:r>
            <a:endParaRPr kumimoji="0" lang="en-US" sz="3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0" lang="en-US" sz="3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0" lang="en-US" sz="3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Current in the patient is restricted to just the tissue between the arms of the forceps electrode. </a:t>
            </a:r>
            <a:endParaRPr kumimoji="0" lang="en-US" sz="3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0" lang="en-US" sz="3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0" lang="en-US" sz="3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0" lang="en-US" sz="36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0" lang="en-US" sz="3600" b="0" i="0" u="none" strike="noStrike" kern="1200" cap="none" spc="0" normalizeH="0" baseline="0" noProof="0" dirty="0">
              <a:ln>
                <a:noFill/>
              </a:ln>
              <a:solidFill>
                <a:srgbClr val="FFFF00"/>
              </a:solidFill>
              <a:effectLst/>
              <a:uLnTx/>
              <a:uFillTx/>
              <a:latin typeface="+mn-lt"/>
              <a:ea typeface="+mn-ea"/>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0" lang="en-US" sz="3600" b="0" i="0" u="none" strike="noStrike" kern="1200" cap="none" spc="0" normalizeH="0" baseline="0" noProof="0" dirty="0">
              <a:ln>
                <a:noFill/>
              </a:ln>
              <a:solidFill>
                <a:srgbClr val="FFFF00"/>
              </a:solidFill>
              <a:effectLst/>
              <a:uLnTx/>
              <a:uFillTx/>
              <a:latin typeface="+mn-lt"/>
              <a:ea typeface="+mn-ea"/>
              <a:cs typeface="Arial" panose="020B0604020202020204" pitchFamily="34" charset="0"/>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31074" name="Content Placeholder 3" descr="Image result for monopolar electrosurgery"/>
          <p:cNvPicPr>
            <a:picLocks noGrp="1"/>
          </p:cNvPicPr>
          <p:nvPr>
            <p:ph idx="1"/>
          </p:nvPr>
        </p:nvPicPr>
        <p:blipFill>
          <a:blip r:embed="rId1"/>
          <a:srcRect/>
          <a:stretch>
            <a:fillRect/>
          </a:stretch>
        </p:blipFill>
        <p:spPr>
          <a:xfrm>
            <a:off x="0" y="304800"/>
            <a:ext cx="9144000" cy="6553200"/>
          </a:xfrm>
          <a:ln/>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vert="horz" anchor="t">
            <a:noAutofit/>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4000" b="0" i="0" u="none" strike="noStrike" kern="1200" cap="none" spc="-100" normalizeH="0" baseline="0" noProof="0">
              <a:ln>
                <a:noFill/>
              </a:ln>
              <a:solidFill>
                <a:srgbClr val="C1EEFF"/>
              </a:solidFill>
              <a:effectLst/>
              <a:uLnTx/>
              <a:uFillTx/>
              <a:latin typeface="+mj-lt"/>
              <a:ea typeface="+mj-ea"/>
              <a:cs typeface="+mj-cs"/>
            </a:endParaRPr>
          </a:p>
        </p:txBody>
      </p:sp>
      <p:pic>
        <p:nvPicPr>
          <p:cNvPr id="132099" name="Content Placeholder 3" descr="Image result for electrosurgery units and forceps"/>
          <p:cNvPicPr>
            <a:picLocks noGrp="1"/>
          </p:cNvPicPr>
          <p:nvPr>
            <p:ph idx="1"/>
          </p:nvPr>
        </p:nvPicPr>
        <p:blipFill>
          <a:blip r:embed="rId1"/>
          <a:srcRect/>
          <a:stretch>
            <a:fillRect/>
          </a:stretch>
        </p:blipFill>
        <p:spPr>
          <a:xfrm>
            <a:off x="838200" y="457200"/>
            <a:ext cx="8001000" cy="6096000"/>
          </a:xfrm>
          <a:ln/>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vert="horz" anchor="t">
            <a:noAutofit/>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4000" b="0" i="0" u="none" strike="noStrike" kern="1200" cap="none" spc="-100" normalizeH="0" baseline="0" noProof="0">
              <a:ln>
                <a:noFill/>
              </a:ln>
              <a:solidFill>
                <a:srgbClr val="C1EEFF"/>
              </a:solidFill>
              <a:effectLst/>
              <a:uLnTx/>
              <a:uFillTx/>
              <a:latin typeface="+mj-lt"/>
              <a:ea typeface="+mj-ea"/>
              <a:cs typeface="+mj-cs"/>
            </a:endParaRPr>
          </a:p>
        </p:txBody>
      </p:sp>
      <p:pic>
        <p:nvPicPr>
          <p:cNvPr id="133123" name="Content Placeholder 3" descr="Image result for electrosurgery units and forceps"/>
          <p:cNvPicPr>
            <a:picLocks noGrp="1"/>
          </p:cNvPicPr>
          <p:nvPr>
            <p:ph idx="1"/>
          </p:nvPr>
        </p:nvPicPr>
        <p:blipFill>
          <a:blip r:embed="rId1"/>
          <a:srcRect/>
          <a:stretch>
            <a:fillRect/>
          </a:stretch>
        </p:blipFill>
        <p:spPr>
          <a:xfrm>
            <a:off x="838200" y="304800"/>
            <a:ext cx="7924800" cy="6553200"/>
          </a:xfrm>
          <a:ln/>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vert="horz" anchor="t">
            <a:no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4000" b="0" i="0" u="none" strike="noStrike" kern="1200" cap="none" spc="-100" normalizeH="0" baseline="0" noProof="0" dirty="0" smtClean="0">
                <a:ln>
                  <a:noFill/>
                </a:ln>
                <a:solidFill>
                  <a:srgbClr val="C1EEFF"/>
                </a:solidFill>
                <a:effectLst/>
                <a:uLnTx/>
                <a:uFillTx/>
                <a:latin typeface="+mj-lt"/>
                <a:ea typeface="+mj-ea"/>
                <a:cs typeface="+mj-cs"/>
              </a:rPr>
              <a:t>Pros and cons </a:t>
            </a:r>
            <a:endParaRPr kumimoji="0" lang="en-US" sz="4000" b="0" i="0" u="none" strike="noStrike" kern="1200" cap="none" spc="-100" normalizeH="0" baseline="0" noProof="0" dirty="0">
              <a:ln>
                <a:noFill/>
              </a:ln>
              <a:solidFill>
                <a:srgbClr val="C1EEFF"/>
              </a:solidFill>
              <a:effectLst/>
              <a:uLnTx/>
              <a:uFillTx/>
              <a:latin typeface="+mj-lt"/>
              <a:ea typeface="+mj-ea"/>
              <a:cs typeface="+mj-cs"/>
            </a:endParaRPr>
          </a:p>
        </p:txBody>
      </p:sp>
      <p:sp>
        <p:nvSpPr>
          <p:cNvPr id="134147" name="Content Placeholder 2"/>
          <p:cNvSpPr>
            <a:spLocks noGrp="1"/>
          </p:cNvSpPr>
          <p:nvPr>
            <p:ph idx="1"/>
          </p:nvPr>
        </p:nvSpPr>
        <p:spPr>
          <a:xfrm>
            <a:off x="609600" y="1143000"/>
            <a:ext cx="8153400" cy="5213350"/>
          </a:xfrm>
          <a:ln/>
        </p:spPr>
        <p:txBody>
          <a:bodyPr vert="horz" wrap="square" lIns="91440" tIns="45720" rIns="91440" bIns="45720" anchor="t" anchorCtr="0"/>
          <a:p>
            <a:pPr>
              <a:buFont typeface="Wingdings" panose="05000000000000000000" pitchFamily="2" charset="2"/>
              <a:buChar char="§"/>
            </a:pPr>
            <a:r>
              <a:rPr sz="3200" dirty="0"/>
              <a:t>Bipolar electrosurgery uses lower voltages so less energy is required. </a:t>
            </a:r>
            <a:endParaRPr sz="3200" dirty="0"/>
          </a:p>
          <a:p>
            <a:pPr>
              <a:buFont typeface="Wingdings" panose="05000000000000000000" pitchFamily="2" charset="2"/>
              <a:buChar char="§"/>
            </a:pPr>
            <a:r>
              <a:rPr sz="3200" dirty="0"/>
              <a:t> But it has limited ability to cut and coagulate large bleeding areas, so it is limited to procedures where tissues can be easily grabbed on both sides by the forceps electrode.</a:t>
            </a:r>
            <a:endParaRPr sz="3200" dirty="0"/>
          </a:p>
          <a:p>
            <a:pPr>
              <a:buFont typeface="Wingdings" panose="05000000000000000000" pitchFamily="2" charset="2"/>
              <a:buChar char="§"/>
            </a:pPr>
            <a:r>
              <a:rPr sz="3200" dirty="0"/>
              <a:t> Current is confined to the tissue between the two electrodes, the risk of patient burns is reduced</a:t>
            </a:r>
            <a:endParaRPr sz="320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5170" name="Content Placeholder 2"/>
          <p:cNvSpPr>
            <a:spLocks noGrp="1"/>
          </p:cNvSpPr>
          <p:nvPr>
            <p:ph idx="1"/>
          </p:nvPr>
        </p:nvSpPr>
        <p:spPr>
          <a:xfrm>
            <a:off x="457200" y="685800"/>
            <a:ext cx="8686800" cy="5670550"/>
          </a:xfrm>
          <a:ln/>
        </p:spPr>
        <p:txBody>
          <a:bodyPr vert="horz" wrap="square" lIns="91440" tIns="45720" rIns="91440" bIns="45720" anchor="t" anchorCtr="0"/>
          <a:p>
            <a:r>
              <a:rPr sz="3200" dirty="0"/>
              <a:t>So it  can be used in patients with implanted devices to prevent electrical current passing through the device causing a short-circuit or misfire.</a:t>
            </a:r>
            <a:endParaRPr sz="3200" dirty="0"/>
          </a:p>
          <a:p>
            <a:r>
              <a:rPr sz="3200" dirty="0"/>
              <a:t> It is always recommended to review the implanted device user manual prior to preforming any electrosurgical application, to avoid complications.</a:t>
            </a:r>
            <a:endParaRPr sz="3200" dirty="0"/>
          </a:p>
          <a:p>
            <a:pPr>
              <a:buNone/>
            </a:pPr>
            <a:r>
              <a:rPr sz="3200" dirty="0"/>
              <a:t>NB: Electrosurgery can be risky even to staff</a:t>
            </a:r>
            <a:endParaRPr sz="32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Title 1"/>
          <p:cNvSpPr>
            <a:spLocks noGrp="1"/>
          </p:cNvSpPr>
          <p:nvPr>
            <p:ph type="title"/>
          </p:nvPr>
        </p:nvSpPr>
        <p:spPr/>
        <p:txBody>
          <a:bodyPr vert="horz" anchor="t">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4000" b="0" i="0" u="none" strike="noStrike" kern="1200" cap="none" spc="-100" normalizeH="0" baseline="0" noProof="0" dirty="0" smtClean="0">
                <a:ln>
                  <a:noFill/>
                </a:ln>
                <a:solidFill>
                  <a:schemeClr val="accent2">
                    <a:lumMod val="60000"/>
                    <a:lumOff val="40000"/>
                  </a:schemeClr>
                </a:solidFill>
                <a:effectLst/>
                <a:uLnTx/>
                <a:uFillTx/>
                <a:latin typeface="+mj-lt"/>
                <a:ea typeface="+mj-ea"/>
                <a:cs typeface="+mj-cs"/>
              </a:rPr>
              <a:t>ROLES OF THE THEATRE NURSES</a:t>
            </a:r>
            <a:endParaRPr kumimoji="0" lang="en-US" sz="4000" b="0" i="0" u="none" strike="noStrike" kern="1200" cap="none" spc="-100" normalizeH="0" baseline="0" noProof="0" dirty="0" smtClean="0">
              <a:ln>
                <a:noFill/>
              </a:ln>
              <a:solidFill>
                <a:schemeClr val="accent2">
                  <a:lumMod val="60000"/>
                  <a:lumOff val="40000"/>
                </a:schemeClr>
              </a:solidFill>
              <a:effectLst/>
              <a:uLnTx/>
              <a:uFillTx/>
              <a:latin typeface="+mj-lt"/>
              <a:ea typeface="+mj-ea"/>
              <a:cs typeface="+mj-cs"/>
            </a:endParaRPr>
          </a:p>
        </p:txBody>
      </p:sp>
      <p:sp>
        <p:nvSpPr>
          <p:cNvPr id="84995" name="Content Placeholder 2"/>
          <p:cNvSpPr>
            <a:spLocks noGrp="1"/>
          </p:cNvSpPr>
          <p:nvPr>
            <p:ph idx="1"/>
          </p:nvPr>
        </p:nvSpPr>
        <p:spPr/>
        <p:txBody>
          <a:bodyPr vert="horz" wrap="square" lIns="91440" tIns="45720" rIns="91440" bIns="45720" numCol="1" anchor="t" anchorCtr="0" compatLnSpc="1">
            <a:normAutofit/>
          </a:bodyPr>
          <a:lstStyle/>
          <a:p>
            <a:pPr marL="514350" marR="0" lvl="0" indent="-514350" algn="l" defTabSz="914400" rtl="0" eaLnBrk="1" fontAlgn="auto" latinLnBrk="0" hangingPunct="1">
              <a:lnSpc>
                <a:spcPct val="100000"/>
              </a:lnSpc>
              <a:spcBef>
                <a:spcPts val="700"/>
              </a:spcBef>
              <a:spcAft>
                <a:spcPts val="0"/>
              </a:spcAft>
              <a:buClr>
                <a:schemeClr val="tx1">
                  <a:shade val="95000"/>
                </a:schemeClr>
              </a:buClr>
              <a:buSzPct val="95000"/>
              <a:buFont typeface="Arial" panose="020B0604020202020204" pitchFamily="34" charset="0"/>
              <a:buAutoNum type="alphaLcParenR"/>
              <a:defRPr/>
            </a:pPr>
            <a:r>
              <a:rPr kumimoji="0" lang="en-US" sz="3600" b="1" i="0" u="sng" strike="noStrike" kern="1200" cap="none" spc="0" normalizeH="0" baseline="0" noProof="0" dirty="0" smtClean="0">
                <a:ln>
                  <a:noFill/>
                </a:ln>
                <a:solidFill>
                  <a:srgbClr val="00B0F0"/>
                </a:solidFill>
                <a:effectLst/>
                <a:uLnTx/>
                <a:uFillTx/>
                <a:latin typeface="+mn-lt"/>
                <a:ea typeface="+mn-ea"/>
                <a:cs typeface="+mn-cs"/>
              </a:rPr>
              <a:t>Receiving area nurse</a:t>
            </a:r>
            <a:endParaRPr kumimoji="0" lang="en-US" sz="3600" b="1" i="0" u="sng" strike="noStrike" kern="1200" cap="none" spc="0" normalizeH="0" baseline="0" noProof="0" dirty="0" smtClean="0">
              <a:ln>
                <a:noFill/>
              </a:ln>
              <a:solidFill>
                <a:srgbClr val="00B0F0"/>
              </a:solidFill>
              <a:effectLst/>
              <a:uLnTx/>
              <a:uFillTx/>
              <a:latin typeface="+mn-lt"/>
              <a:ea typeface="+mn-ea"/>
              <a:cs typeface="+mn-cs"/>
            </a:endParaRPr>
          </a:p>
          <a:p>
            <a:pPr marL="514350" marR="0" lvl="0" indent="-514350" algn="l" defTabSz="914400" rtl="0" eaLnBrk="1" fontAlgn="auto" latinLnBrk="0" hangingPunct="1">
              <a:lnSpc>
                <a:spcPct val="100000"/>
              </a:lnSpc>
              <a:spcBef>
                <a:spcPts val="700"/>
              </a:spcBef>
              <a:spcAft>
                <a:spcPts val="0"/>
              </a:spcAft>
              <a:buClr>
                <a:schemeClr val="tx1">
                  <a:shade val="95000"/>
                </a:schemeClr>
              </a:buClr>
              <a:buSzPct val="95000"/>
              <a:buFont typeface="Arial" panose="020B0604020202020204" pitchFamily="34" charset="0"/>
              <a:buNone/>
              <a:defRPr/>
            </a:pPr>
            <a:r>
              <a:rPr kumimoji="0" lang="en-US" sz="4000" b="0" i="0" u="none" strike="noStrike" kern="1200" cap="none" spc="0" normalizeH="0" baseline="0" noProof="0" dirty="0" smtClean="0">
                <a:ln>
                  <a:noFill/>
                </a:ln>
                <a:solidFill>
                  <a:srgbClr val="FFFF00"/>
                </a:solidFill>
                <a:effectLst/>
                <a:uLnTx/>
                <a:uFillTx/>
                <a:latin typeface="+mn-lt"/>
                <a:ea typeface="+mn-ea"/>
                <a:cs typeface="+mn-cs"/>
              </a:rPr>
              <a:t>-   May double up as the anesthetic nurse</a:t>
            </a:r>
            <a:endParaRPr kumimoji="0" lang="en-US" sz="4000" b="0" i="0" u="none" strike="noStrike" kern="1200" cap="none" spc="0" normalizeH="0" baseline="0" noProof="0" dirty="0" smtClean="0">
              <a:ln>
                <a:noFill/>
              </a:ln>
              <a:solidFill>
                <a:srgbClr val="FFFF00"/>
              </a:solidFill>
              <a:effectLst/>
              <a:uLnTx/>
              <a:uFillTx/>
              <a:latin typeface="+mn-lt"/>
              <a:ea typeface="+mn-ea"/>
              <a:cs typeface="+mn-cs"/>
            </a:endParaRPr>
          </a:p>
          <a:p>
            <a:pPr marL="514350" marR="0" lvl="0" indent="-514350" algn="l" defTabSz="914400" rtl="0" eaLnBrk="1" fontAlgn="auto" latinLnBrk="0" hangingPunct="1">
              <a:lnSpc>
                <a:spcPct val="100000"/>
              </a:lnSpc>
              <a:spcBef>
                <a:spcPts val="700"/>
              </a:spcBef>
              <a:spcAft>
                <a:spcPts val="0"/>
              </a:spcAft>
              <a:buClr>
                <a:schemeClr val="tx1">
                  <a:shade val="95000"/>
                </a:schemeClr>
              </a:buClr>
              <a:buSzPct val="95000"/>
              <a:buFont typeface="Arial" panose="020B0604020202020204" pitchFamily="34" charset="0"/>
              <a:buNone/>
              <a:defRPr/>
            </a:pPr>
            <a:r>
              <a:rPr kumimoji="0" lang="en-US" sz="4000" b="0" i="0" u="none" strike="noStrike" kern="1200" cap="none" spc="0" normalizeH="0" baseline="0" noProof="0" dirty="0" smtClean="0">
                <a:ln>
                  <a:noFill/>
                </a:ln>
                <a:solidFill>
                  <a:srgbClr val="FFFF00"/>
                </a:solidFill>
                <a:effectLst/>
                <a:uLnTx/>
                <a:uFillTx/>
                <a:latin typeface="+mn-lt"/>
                <a:ea typeface="+mn-ea"/>
                <a:cs typeface="+mn-cs"/>
              </a:rPr>
              <a:t>-    Receive patient from the ward and counter checks the documents if they are the right ones</a:t>
            </a:r>
            <a:endParaRPr kumimoji="0" lang="en-US" sz="4000" b="0" i="0" u="none" strike="noStrike" kern="1200" cap="none" spc="0" normalizeH="0" baseline="0" noProof="0" dirty="0" smtClean="0">
              <a:ln>
                <a:noFill/>
              </a:ln>
              <a:solidFill>
                <a:srgbClr val="FFFF00"/>
              </a:solidFill>
              <a:effectLst/>
              <a:uLnTx/>
              <a:uFillTx/>
              <a:latin typeface="+mn-lt"/>
              <a:ea typeface="+mn-ea"/>
              <a:cs typeface="+mn-cs"/>
            </a:endParaRPr>
          </a:p>
          <a:p>
            <a:pPr marL="514350" marR="0" lvl="0" indent="-514350" algn="l" defTabSz="914400" rtl="0" eaLnBrk="1" fontAlgn="auto" latinLnBrk="0" hangingPunct="1">
              <a:lnSpc>
                <a:spcPct val="100000"/>
              </a:lnSpc>
              <a:spcBef>
                <a:spcPts val="700"/>
              </a:spcBef>
              <a:spcAft>
                <a:spcPts val="0"/>
              </a:spcAft>
              <a:buClr>
                <a:schemeClr val="tx1">
                  <a:shade val="95000"/>
                </a:schemeClr>
              </a:buClr>
              <a:buSzPct val="95000"/>
              <a:buFont typeface="Arial" panose="020B0604020202020204" pitchFamily="34" charset="0"/>
              <a:buNone/>
              <a:defRPr/>
            </a:pPr>
            <a:endParaRPr kumimoji="0" lang="en-US" sz="3000" b="0" i="0" u="none" strike="noStrike" kern="1200" cap="none" spc="0" normalizeH="0" baseline="0" noProof="0" dirty="0" smtClean="0">
              <a:ln>
                <a:noFill/>
              </a:ln>
              <a:solidFill>
                <a:srgbClr val="FFFF00"/>
              </a:solidFill>
              <a:effectLst/>
              <a:uLnTx/>
              <a:uFillTx/>
              <a:latin typeface="+mn-lt"/>
              <a:ea typeface="+mn-ea"/>
              <a:cs typeface="+mn-cs"/>
            </a:endParaRPr>
          </a:p>
          <a:p>
            <a:pPr marL="514350" marR="0" lvl="0" indent="-514350" algn="l" defTabSz="914400" rtl="0" eaLnBrk="1" fontAlgn="auto" latinLnBrk="0" hangingPunct="1">
              <a:lnSpc>
                <a:spcPct val="100000"/>
              </a:lnSpc>
              <a:spcBef>
                <a:spcPts val="700"/>
              </a:spcBef>
              <a:spcAft>
                <a:spcPts val="0"/>
              </a:spcAft>
              <a:buClr>
                <a:schemeClr val="tx1">
                  <a:shade val="95000"/>
                </a:schemeClr>
              </a:buClr>
              <a:buSzPct val="95000"/>
              <a:buFont typeface="Arial" panose="020B0604020202020204" pitchFamily="34" charset="0"/>
              <a:buNone/>
              <a:defRPr/>
            </a:pPr>
            <a:endParaRPr kumimoji="0" lang="en-US" sz="3000" b="0" i="0" u="none" strike="noStrike" kern="1200" cap="none" spc="0" normalizeH="0" baseline="0" noProof="0" dirty="0" smtClean="0">
              <a:ln>
                <a:noFill/>
              </a:ln>
              <a:solidFill>
                <a:srgbClr val="FFFF00"/>
              </a:solidFill>
              <a:effectLst/>
              <a:uLnTx/>
              <a:uFillTx/>
              <a:latin typeface="+mn-lt"/>
              <a:ea typeface="+mn-ea"/>
              <a:cs typeface="+mn-cs"/>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7218" name="Content Placeholder 2"/>
          <p:cNvSpPr>
            <a:spLocks noGrp="1"/>
          </p:cNvSpPr>
          <p:nvPr>
            <p:ph idx="1"/>
          </p:nvPr>
        </p:nvSpPr>
        <p:spPr>
          <a:xfrm>
            <a:off x="457200" y="762000"/>
            <a:ext cx="8229600" cy="5364163"/>
          </a:xfrm>
          <a:ln/>
        </p:spPr>
        <p:txBody>
          <a:bodyPr vert="horz" wrap="square" lIns="91440" tIns="45720" rIns="91440" bIns="45720" anchor="t" anchorCtr="0"/>
          <a:p>
            <a:pPr marL="514350" indent="-514350" eaLnBrk="1" hangingPunct="1">
              <a:buFont typeface="Arial" panose="020B0604020202020204" pitchFamily="34" charset="0"/>
              <a:buNone/>
            </a:pPr>
            <a:r>
              <a:rPr sz="3600" b="1" dirty="0">
                <a:solidFill>
                  <a:srgbClr val="00B0F0"/>
                </a:solidFill>
              </a:rPr>
              <a:t>b) Anaesthetic nurse</a:t>
            </a:r>
            <a:endParaRPr sz="3600" b="1" dirty="0">
              <a:solidFill>
                <a:srgbClr val="00B0F0"/>
              </a:solidFill>
            </a:endParaRPr>
          </a:p>
          <a:p>
            <a:pPr marL="514350" indent="-514350" eaLnBrk="1" hangingPunct="1">
              <a:buFontTx/>
              <a:buChar char="-"/>
            </a:pPr>
            <a:r>
              <a:rPr sz="3600" dirty="0">
                <a:solidFill>
                  <a:srgbClr val="FFFF00"/>
                </a:solidFill>
              </a:rPr>
              <a:t>work besides the anesthetist before surgery and ensures the anesthetic machine is in good working condition</a:t>
            </a:r>
            <a:endParaRPr sz="3600" dirty="0">
              <a:solidFill>
                <a:srgbClr val="FFFF00"/>
              </a:solidFill>
            </a:endParaRPr>
          </a:p>
          <a:p>
            <a:pPr marL="514350" indent="-514350" eaLnBrk="1" hangingPunct="1">
              <a:buFontTx/>
              <a:buChar char="-"/>
            </a:pPr>
            <a:r>
              <a:rPr sz="3600" dirty="0">
                <a:solidFill>
                  <a:srgbClr val="FFFF00"/>
                </a:solidFill>
              </a:rPr>
              <a:t>Ensures that all the drugs needed for induction  maintenance and reversing are available</a:t>
            </a:r>
            <a:endParaRPr sz="3600" dirty="0">
              <a:solidFill>
                <a:srgbClr val="FFFF00"/>
              </a:solidFill>
            </a:endParaRPr>
          </a:p>
          <a:p>
            <a:pPr marL="514350" indent="-514350" eaLnBrk="1" hangingPunct="1">
              <a:buFontTx/>
              <a:buChar char="-"/>
            </a:pPr>
            <a:r>
              <a:rPr sz="3600" dirty="0">
                <a:solidFill>
                  <a:srgbClr val="FFFF00"/>
                </a:solidFill>
              </a:rPr>
              <a:t>All equipment for intubation are available</a:t>
            </a:r>
            <a:endParaRPr sz="3600" dirty="0">
              <a:solidFill>
                <a:srgbClr val="FFFF00"/>
              </a:solidFill>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Content Placeholder 2"/>
          <p:cNvSpPr>
            <a:spLocks noGrp="1"/>
          </p:cNvSpPr>
          <p:nvPr>
            <p:ph idx="1"/>
          </p:nvPr>
        </p:nvSpPr>
        <p:spPr>
          <a:xfrm>
            <a:off x="457200" y="304800"/>
            <a:ext cx="8229600" cy="5821363"/>
          </a:xfrm>
        </p:spPr>
        <p:txBody>
          <a:bodyPr vert="horz" wrap="square" lIns="91440" tIns="45720" rIns="91440" bIns="45720" numCol="1" anchor="t" anchorCtr="0" compatLnSpc="1">
            <a:normAutofit/>
          </a:bodyPr>
          <a:lstStyle/>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Wingdings 2" panose="05020102010507070707"/>
              <a:buChar char=""/>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Visit the patient pre-operatively to assess the condition of the patient ( re-assure the patient and assess need of extra equipments during anesthesia) </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Wingdings 2" panose="05020102010507070707"/>
              <a:buChar char=""/>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Observation of the patient throughout the surgery</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Wingdings 2" panose="05020102010507070707"/>
              <a:buChar char=""/>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Receive the patient from the scrub nurse and hand over to the recovery area nurse</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Content Placeholder 2"/>
          <p:cNvSpPr>
            <a:spLocks noGrp="1"/>
          </p:cNvSpPr>
          <p:nvPr>
            <p:ph idx="1"/>
          </p:nvPr>
        </p:nvSpPr>
        <p:spPr>
          <a:xfrm>
            <a:off x="457200" y="304800"/>
            <a:ext cx="8229600" cy="6019800"/>
          </a:xfrm>
        </p:spPr>
        <p:txBody>
          <a:bodyPr vert="horz" wrap="square" lIns="91440" tIns="45720" rIns="91440" bIns="45720" numCol="1" anchor="t" anchorCtr="0" compatLnSpc="1">
            <a:normAutofit lnSpcReduction="10000"/>
          </a:bodyPr>
          <a:lstStyle/>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Arial" panose="020B0604020202020204" pitchFamily="34" charset="0"/>
              <a:buNone/>
              <a:defRPr/>
            </a:pPr>
            <a:r>
              <a:rPr kumimoji="0" lang="en-US" sz="3000" b="0" i="0" u="none" strike="noStrike" kern="1200" cap="none" spc="0" normalizeH="0" baseline="0" noProof="0" dirty="0" smtClean="0">
                <a:ln>
                  <a:noFill/>
                </a:ln>
                <a:solidFill>
                  <a:srgbClr val="00B0F0"/>
                </a:solidFill>
                <a:effectLst/>
                <a:uLnTx/>
                <a:uFillTx/>
                <a:latin typeface="+mn-lt"/>
                <a:ea typeface="+mn-ea"/>
                <a:cs typeface="+mn-cs"/>
              </a:rPr>
              <a:t>c</a:t>
            </a:r>
            <a:r>
              <a:rPr kumimoji="0" lang="en-US" sz="3900" b="0" i="0" u="none" strike="noStrike" kern="1200" cap="none" spc="0" normalizeH="0" baseline="0" noProof="0" dirty="0" smtClean="0">
                <a:ln>
                  <a:noFill/>
                </a:ln>
                <a:solidFill>
                  <a:srgbClr val="00B0F0"/>
                </a:solidFill>
                <a:effectLst/>
                <a:uLnTx/>
                <a:uFillTx/>
                <a:latin typeface="+mn-lt"/>
                <a:ea typeface="+mn-ea"/>
                <a:cs typeface="+mn-cs"/>
              </a:rPr>
              <a:t>) </a:t>
            </a:r>
            <a:r>
              <a:rPr kumimoji="0" lang="en-US" sz="3900" b="1" i="0" u="sng" strike="noStrike" kern="1200" cap="none" spc="0" normalizeH="0" baseline="0" noProof="0" dirty="0" smtClean="0">
                <a:ln>
                  <a:noFill/>
                </a:ln>
                <a:solidFill>
                  <a:srgbClr val="00B0F0"/>
                </a:solidFill>
                <a:effectLst/>
                <a:uLnTx/>
                <a:uFillTx/>
                <a:latin typeface="+mn-lt"/>
                <a:ea typeface="+mn-ea"/>
                <a:cs typeface="+mn-cs"/>
              </a:rPr>
              <a:t>Scrub nurse</a:t>
            </a:r>
            <a:endParaRPr kumimoji="0" lang="en-US" sz="3900" b="1" i="0" u="sng" strike="noStrike" kern="1200" cap="none" spc="0" normalizeH="0" baseline="0" noProof="0" dirty="0" smtClean="0">
              <a:ln>
                <a:noFill/>
              </a:ln>
              <a:solidFill>
                <a:srgbClr val="00B0F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Tx/>
              <a:buChar char="-"/>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May be one or more depending on the type of surgery</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Tx/>
              <a:buChar char="-"/>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Prepare theatre for surgery and ensures availability of all equipments</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Tx/>
              <a:buChar char="-"/>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Charged with responsibility of maintaining a sterile environment  in theatre</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Tx/>
              <a:buChar char="-"/>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 arranges equipments around the theatre table and hands them to the surgeon appropriately</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Content Placeholder 2"/>
          <p:cNvSpPr>
            <a:spLocks noGrp="1"/>
          </p:cNvSpPr>
          <p:nvPr>
            <p:ph idx="1"/>
          </p:nvPr>
        </p:nvSpPr>
        <p:spPr>
          <a:xfrm>
            <a:off x="457200" y="381000"/>
            <a:ext cx="8229600" cy="6019800"/>
          </a:xfrm>
        </p:spPr>
        <p:txBody>
          <a:bodyPr vert="horz" wrap="square" lIns="91440" tIns="45720" rIns="91440" bIns="45720" numCol="1" anchor="t" anchorCtr="0" compatLnSpc="1">
            <a:normAutofit fontScale="92500" lnSpcReduction="10000"/>
          </a:bodyPr>
          <a:lstStyle/>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Tx/>
              <a:buChar char="-"/>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Count equipments at different closure of cavities to prevent loss in the body</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Tx/>
              <a:buChar char="-"/>
              <a:defRPr/>
            </a:pP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Tx/>
              <a:buChar char="-"/>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Supervise the clearing of equipment after ascertaining a proper count </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Tx/>
              <a:buChar char="-"/>
              <a:defRPr/>
            </a:pP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Tx/>
              <a:buChar char="-"/>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Act as an advocate for the patient- ensures that the right operation is done</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Tx/>
              <a:buChar char="-"/>
              <a:defRPr/>
            </a:pPr>
            <a:endParaRPr kumimoji="0" lang="en-US" sz="30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Tx/>
              <a:buChar char="-"/>
              <a:defRPr/>
            </a:pPr>
            <a:r>
              <a:rPr kumimoji="0" lang="en-US" sz="3900" b="0" i="0" u="none" strike="noStrike" kern="1200" cap="none" spc="0" normalizeH="0" baseline="0" noProof="0" dirty="0" smtClean="0">
                <a:ln>
                  <a:noFill/>
                </a:ln>
                <a:solidFill>
                  <a:srgbClr val="FFFF00"/>
                </a:solidFill>
                <a:effectLst/>
                <a:uLnTx/>
                <a:uFillTx/>
                <a:latin typeface="+mn-lt"/>
                <a:ea typeface="+mn-ea"/>
                <a:cs typeface="+mn-cs"/>
              </a:rPr>
              <a:t>Documents in the theatre notes activities carried out in theatre </a:t>
            </a:r>
            <a:endParaRPr kumimoji="0" lang="en-US" sz="39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Wingdings 2" panose="05020102010507070707"/>
              <a:buChar char=""/>
              <a:defRPr/>
            </a:pPr>
            <a:endParaRPr kumimoji="0" lang="en-US" sz="3000" b="0" i="0" u="none" strike="noStrike" kern="1200" cap="none" spc="0" normalizeH="0" baseline="0" noProof="0" dirty="0" smtClean="0">
              <a:ln>
                <a:noFill/>
              </a:ln>
              <a:solidFill>
                <a:srgbClr val="FFFF00"/>
              </a:solidFill>
              <a:effectLst/>
              <a:uLnTx/>
              <a:uFillTx/>
              <a:latin typeface="+mn-lt"/>
              <a:ea typeface="+mn-ea"/>
              <a:cs typeface="+mn-cs"/>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Content Placeholder 2"/>
          <p:cNvSpPr>
            <a:spLocks noGrp="1"/>
          </p:cNvSpPr>
          <p:nvPr>
            <p:ph idx="1"/>
          </p:nvPr>
        </p:nvSpPr>
        <p:spPr>
          <a:xfrm>
            <a:off x="457200" y="457200"/>
            <a:ext cx="8229600" cy="5668963"/>
          </a:xfrm>
        </p:spPr>
        <p:txBody>
          <a:bodyPr vert="horz" wrap="square" lIns="91440" tIns="45720" rIns="91440" bIns="45720" numCol="1" anchor="t" anchorCtr="0" compatLnSpc="1">
            <a:normAutofit lnSpcReduction="10000"/>
          </a:bodyPr>
          <a:lstStyle/>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Arial" panose="020B0604020202020204" pitchFamily="34" charset="0"/>
              <a:buNone/>
              <a:defRPr/>
            </a:pPr>
            <a:r>
              <a:rPr kumimoji="0" lang="en-US" sz="3000" b="0" i="0" u="none" strike="noStrike" kern="1200" cap="none" spc="0" normalizeH="0" baseline="0" noProof="0" dirty="0" smtClean="0">
                <a:ln>
                  <a:noFill/>
                </a:ln>
                <a:solidFill>
                  <a:srgbClr val="00B0F0"/>
                </a:solidFill>
                <a:effectLst/>
                <a:uLnTx/>
                <a:uFillTx/>
                <a:latin typeface="+mn-lt"/>
                <a:ea typeface="+mn-ea"/>
                <a:cs typeface="+mn-cs"/>
              </a:rPr>
              <a:t>d</a:t>
            </a:r>
            <a:r>
              <a:rPr kumimoji="0" lang="en-US" sz="3200" b="0" i="0" u="none" strike="noStrike" kern="1200" cap="none" spc="0" normalizeH="0" baseline="0" noProof="0" dirty="0" smtClean="0">
                <a:ln>
                  <a:noFill/>
                </a:ln>
                <a:solidFill>
                  <a:srgbClr val="00B0F0"/>
                </a:solidFill>
                <a:effectLst/>
                <a:uLnTx/>
                <a:uFillTx/>
                <a:latin typeface="+mn-lt"/>
                <a:ea typeface="+mn-ea"/>
                <a:cs typeface="+mn-cs"/>
              </a:rPr>
              <a:t>) </a:t>
            </a:r>
            <a:r>
              <a:rPr kumimoji="0" lang="en-US" sz="3200" b="1" i="0" u="sng" strike="noStrike" kern="1200" cap="none" spc="0" normalizeH="0" baseline="0" noProof="0" dirty="0" smtClean="0">
                <a:ln>
                  <a:noFill/>
                </a:ln>
                <a:solidFill>
                  <a:srgbClr val="00B0F0"/>
                </a:solidFill>
                <a:effectLst/>
                <a:uLnTx/>
                <a:uFillTx/>
                <a:latin typeface="+mn-lt"/>
                <a:ea typeface="+mn-ea"/>
                <a:cs typeface="+mn-cs"/>
              </a:rPr>
              <a:t>Circulating nurse</a:t>
            </a:r>
            <a:endParaRPr kumimoji="0" lang="en-US" sz="3200" b="1" i="0" u="sng" strike="noStrike" kern="1200" cap="none" spc="0" normalizeH="0" baseline="0" noProof="0" dirty="0" smtClean="0">
              <a:ln>
                <a:noFill/>
              </a:ln>
              <a:solidFill>
                <a:srgbClr val="00B0F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Arial" panose="020B0604020202020204" pitchFamily="34" charset="0"/>
              <a:buNone/>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 Work closely with the scrub nurse and take instructions from them</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Tx/>
              <a:buChar char="-"/>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Assisting the scrub nurse with the laying of the instruments before surgery</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Tx/>
              <a:buChar char="-"/>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Indicate when the tourniquet was applied and removed</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Tx/>
              <a:buChar char="-"/>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Ensure that the extra equipments </a:t>
            </a:r>
            <a:r>
              <a:rPr kumimoji="0" lang="en-US" sz="3600" b="0" i="0" u="none" strike="noStrike" kern="1200" cap="none" spc="0" normalizeH="0" baseline="0" noProof="0" dirty="0" err="1" smtClean="0">
                <a:ln>
                  <a:noFill/>
                </a:ln>
                <a:solidFill>
                  <a:srgbClr val="FFFF00"/>
                </a:solidFill>
                <a:effectLst/>
                <a:uLnTx/>
                <a:uFillTx/>
                <a:latin typeface="+mn-lt"/>
                <a:ea typeface="+mn-ea"/>
                <a:cs typeface="+mn-cs"/>
              </a:rPr>
              <a:t>e.g</a:t>
            </a:r>
            <a:r>
              <a:rPr kumimoji="0" lang="en-US" sz="3600" b="0" i="0" u="none" strike="noStrike" kern="1200" cap="none" spc="0" normalizeH="0" baseline="0" noProof="0" dirty="0" smtClean="0">
                <a:ln>
                  <a:noFill/>
                </a:ln>
                <a:solidFill>
                  <a:srgbClr val="FFFF00"/>
                </a:solidFill>
                <a:effectLst/>
                <a:uLnTx/>
                <a:uFillTx/>
                <a:latin typeface="+mn-lt"/>
                <a:ea typeface="+mn-ea"/>
                <a:cs typeface="+mn-cs"/>
              </a:rPr>
              <a:t> diathermy are working</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Content Placeholder 2"/>
          <p:cNvSpPr>
            <a:spLocks noGrp="1"/>
          </p:cNvSpPr>
          <p:nvPr>
            <p:ph idx="1"/>
          </p:nvPr>
        </p:nvSpPr>
        <p:spPr>
          <a:xfrm>
            <a:off x="457200" y="304800"/>
            <a:ext cx="8229600" cy="5821363"/>
          </a:xfrm>
        </p:spPr>
        <p:txBody>
          <a:bodyPr vert="horz" wrap="square" lIns="91440" tIns="45720" rIns="91440" bIns="45720" numCol="1" anchor="t" anchorCtr="0" compatLnSpc="1">
            <a:noAutofit/>
          </a:bodyPr>
          <a:lstStyle/>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Tx/>
              <a:buChar char="-"/>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Help in the labeling of specimens and sending them to the lab</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Arial" panose="020B0604020202020204" pitchFamily="34" charset="0"/>
              <a:buNone/>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  Ensure the welfare of the theatre team</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Arial" panose="020B0604020202020204" pitchFamily="34" charset="0"/>
              <a:buNone/>
              <a:defRPr/>
            </a:pPr>
            <a:r>
              <a:rPr kumimoji="0" lang="en-US" sz="3600" b="0" i="0" u="none" strike="noStrike" kern="1200" cap="none" spc="0" normalizeH="0" baseline="0" noProof="0" dirty="0" smtClean="0">
                <a:ln>
                  <a:noFill/>
                </a:ln>
                <a:solidFill>
                  <a:srgbClr val="00B0F0"/>
                </a:solidFill>
                <a:effectLst/>
                <a:uLnTx/>
                <a:uFillTx/>
                <a:latin typeface="+mn-lt"/>
                <a:ea typeface="+mn-ea"/>
                <a:cs typeface="+mn-cs"/>
              </a:rPr>
              <a:t> </a:t>
            </a:r>
            <a:r>
              <a:rPr kumimoji="0" lang="en-US" sz="3600" b="1" i="0" u="none" strike="noStrike" kern="1200" cap="none" spc="0" normalizeH="0" baseline="0" noProof="0" dirty="0" smtClean="0">
                <a:ln>
                  <a:noFill/>
                </a:ln>
                <a:solidFill>
                  <a:srgbClr val="00B0F0"/>
                </a:solidFill>
                <a:effectLst/>
                <a:uLnTx/>
                <a:uFillTx/>
                <a:latin typeface="+mn-lt"/>
                <a:ea typeface="+mn-ea"/>
                <a:cs typeface="+mn-cs"/>
              </a:rPr>
              <a:t> </a:t>
            </a:r>
            <a:r>
              <a:rPr kumimoji="0" lang="en-US" sz="3600" b="1" i="0" u="sng" strike="noStrike" kern="1200" cap="none" spc="0" normalizeH="0" baseline="0" noProof="0" dirty="0" smtClean="0">
                <a:ln>
                  <a:noFill/>
                </a:ln>
                <a:solidFill>
                  <a:srgbClr val="00B0F0"/>
                </a:solidFill>
                <a:effectLst/>
                <a:uLnTx/>
                <a:uFillTx/>
                <a:latin typeface="+mn-lt"/>
                <a:ea typeface="+mn-ea"/>
                <a:cs typeface="+mn-cs"/>
              </a:rPr>
              <a:t>Recovery room nurse</a:t>
            </a:r>
            <a:endParaRPr kumimoji="0" lang="en-US" sz="3600" b="1" i="0" u="sng" strike="noStrike" kern="1200" cap="none" spc="0" normalizeH="0" baseline="0" noProof="0" dirty="0" smtClean="0">
              <a:ln>
                <a:noFill/>
              </a:ln>
              <a:solidFill>
                <a:srgbClr val="00B0F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Tx/>
              <a:buChar char="-"/>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Stationed in the recovery room</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Arial" panose="020B0604020202020204" pitchFamily="34" charset="0"/>
              <a:buNone/>
              <a:defRPr/>
            </a:pPr>
            <a:r>
              <a:rPr kumimoji="0" lang="en-US" sz="3600" b="0" i="0" u="none" strike="noStrike" kern="1200" cap="none" spc="0" normalizeH="0" baseline="0" noProof="0" dirty="0" smtClean="0">
                <a:ln>
                  <a:noFill/>
                </a:ln>
                <a:solidFill>
                  <a:srgbClr val="FFFF00"/>
                </a:solidFill>
                <a:effectLst/>
                <a:uLnTx/>
                <a:uFillTx/>
                <a:latin typeface="+mn-lt"/>
                <a:ea typeface="+mn-ea"/>
                <a:cs typeface="+mn-cs"/>
              </a:rPr>
              <a:t>-   Ensures that all drugs and equipments required are available before receiving the patient from the operating room</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Content Placeholder 2"/>
          <p:cNvSpPr>
            <a:spLocks noGrp="1"/>
          </p:cNvSpPr>
          <p:nvPr>
            <p:ph idx="1"/>
          </p:nvPr>
        </p:nvSpPr>
        <p:spPr>
          <a:xfrm>
            <a:off x="381000" y="228600"/>
            <a:ext cx="8458200" cy="6477000"/>
          </a:xfrm>
        </p:spPr>
        <p:txBody>
          <a:bodyPr vert="horz" wrap="square" lIns="91440" tIns="45720" rIns="91440" bIns="45720" numCol="1" anchor="t" anchorCtr="0" compatLnSpc="1">
            <a:normAutofit fontScale="77500" lnSpcReduction="20000"/>
          </a:bodyPr>
          <a:lstStyle/>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Tx/>
              <a:buChar char="-"/>
              <a:defRPr/>
            </a:pPr>
            <a:r>
              <a:rPr kumimoji="0" lang="en-US" sz="5200" b="0" i="0" u="none" strike="noStrike" kern="1200" cap="none" spc="0" normalizeH="0" baseline="0" noProof="0" dirty="0" smtClean="0">
                <a:ln>
                  <a:noFill/>
                </a:ln>
                <a:solidFill>
                  <a:srgbClr val="FFFF00"/>
                </a:solidFill>
                <a:effectLst/>
                <a:uLnTx/>
                <a:uFillTx/>
                <a:latin typeface="+mn-lt"/>
                <a:ea typeface="+mn-ea"/>
                <a:cs typeface="+mn-cs"/>
              </a:rPr>
              <a:t>Observes the general condition of the patient , vital signs and maintains input output</a:t>
            </a:r>
            <a:endParaRPr kumimoji="0" lang="en-US" sz="52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Tx/>
              <a:buChar char="-"/>
              <a:defRPr/>
            </a:pPr>
            <a:r>
              <a:rPr kumimoji="0" lang="en-US" sz="5200" b="0" i="0" u="none" strike="noStrike" kern="1200" cap="none" spc="0" normalizeH="0" baseline="0" noProof="0" dirty="0" smtClean="0">
                <a:ln>
                  <a:noFill/>
                </a:ln>
                <a:solidFill>
                  <a:srgbClr val="FFFF00"/>
                </a:solidFill>
                <a:effectLst/>
                <a:uLnTx/>
                <a:uFillTx/>
                <a:latin typeface="+mn-lt"/>
                <a:ea typeface="+mn-ea"/>
                <a:cs typeface="+mn-cs"/>
              </a:rPr>
              <a:t>Gives the stat drugs and any other drug that may be needed</a:t>
            </a:r>
            <a:endParaRPr kumimoji="0" lang="en-US" sz="52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Tx/>
              <a:buChar char="-"/>
              <a:defRPr/>
            </a:pPr>
            <a:r>
              <a:rPr kumimoji="0" lang="en-US" sz="5200" b="0" i="0" u="none" strike="noStrike" kern="1200" cap="none" spc="0" normalizeH="0" baseline="0" noProof="0" dirty="0" smtClean="0">
                <a:ln>
                  <a:noFill/>
                </a:ln>
                <a:solidFill>
                  <a:srgbClr val="FFFF00"/>
                </a:solidFill>
                <a:effectLst/>
                <a:uLnTx/>
                <a:uFillTx/>
                <a:latin typeface="+mn-lt"/>
                <a:ea typeface="+mn-ea"/>
                <a:cs typeface="+mn-cs"/>
              </a:rPr>
              <a:t>Assess for any complications and alerts the surgeon</a:t>
            </a:r>
            <a:endParaRPr kumimoji="0" lang="en-US" sz="52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Tx/>
              <a:buChar char="-"/>
              <a:defRPr/>
            </a:pPr>
            <a:r>
              <a:rPr kumimoji="0" lang="en-US" sz="5200" b="0" i="0" u="none" strike="noStrike" kern="1200" cap="none" spc="0" normalizeH="0" baseline="0" noProof="0" dirty="0" smtClean="0">
                <a:ln>
                  <a:noFill/>
                </a:ln>
                <a:solidFill>
                  <a:srgbClr val="FFFF00"/>
                </a:solidFill>
                <a:effectLst/>
                <a:uLnTx/>
                <a:uFillTx/>
                <a:latin typeface="+mn-lt"/>
                <a:ea typeface="+mn-ea"/>
                <a:cs typeface="+mn-cs"/>
              </a:rPr>
              <a:t>Indicates the operation done in the recovery register</a:t>
            </a:r>
            <a:endParaRPr kumimoji="0" lang="en-US" sz="52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Tx/>
              <a:buChar char="-"/>
              <a:defRPr/>
            </a:pPr>
            <a:r>
              <a:rPr kumimoji="0" lang="en-US" sz="5200" b="0" i="0" u="none" strike="noStrike" kern="1200" cap="none" spc="0" normalizeH="0" baseline="0" noProof="0" dirty="0" smtClean="0">
                <a:ln>
                  <a:noFill/>
                </a:ln>
                <a:solidFill>
                  <a:srgbClr val="FFFF00"/>
                </a:solidFill>
                <a:effectLst/>
                <a:uLnTx/>
                <a:uFillTx/>
                <a:latin typeface="+mn-lt"/>
                <a:ea typeface="+mn-ea"/>
                <a:cs typeface="+mn-cs"/>
              </a:rPr>
              <a:t>Hand the patient to the ward nurse</a:t>
            </a:r>
            <a:endParaRPr kumimoji="0" lang="en-US" sz="52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Tx/>
              <a:buChar char="-"/>
              <a:defRPr/>
            </a:pPr>
            <a:endParaRPr kumimoji="0" lang="en-US" sz="52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Arial" panose="020B0604020202020204" pitchFamily="34" charset="0"/>
              <a:buNone/>
              <a:defRPr/>
            </a:pPr>
            <a:r>
              <a:rPr kumimoji="0" lang="en-US" sz="5200" b="0" i="0" u="none" strike="noStrike" kern="1200" cap="none" spc="0" normalizeH="0" baseline="0" noProof="0" dirty="0" smtClean="0">
                <a:ln>
                  <a:noFill/>
                </a:ln>
                <a:solidFill>
                  <a:srgbClr val="FFFF00"/>
                </a:solidFill>
                <a:effectLst/>
                <a:uLnTx/>
                <a:uFillTx/>
                <a:latin typeface="+mn-lt"/>
                <a:ea typeface="+mn-ea"/>
                <a:cs typeface="+mn-cs"/>
              </a:rPr>
              <a:t> </a:t>
            </a:r>
            <a:endParaRPr kumimoji="0" lang="en-US" sz="52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Wingdings 2" panose="05020102010507070707"/>
              <a:buChar char=""/>
              <a:defRPr/>
            </a:pPr>
            <a:endParaRPr kumimoji="0" lang="en-US" sz="3000" b="0" i="0" u="none" strike="noStrike" kern="1200" cap="none" spc="0" normalizeH="0" baseline="0" noProof="0" dirty="0" smtClean="0">
              <a:ln>
                <a:noFill/>
              </a:ln>
              <a:solidFill>
                <a:srgbClr val="FFFF00"/>
              </a:solidFill>
              <a:effectLst/>
              <a:uLnTx/>
              <a:uFillTx/>
              <a:latin typeface="+mn-lt"/>
              <a:ea typeface="+mn-ea"/>
              <a:cs typeface="+mn-cs"/>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4386" name="Rectangle 3"/>
          <p:cNvSpPr/>
          <p:nvPr/>
        </p:nvSpPr>
        <p:spPr>
          <a:xfrm>
            <a:off x="381000" y="381000"/>
            <a:ext cx="8458200" cy="3786188"/>
          </a:xfrm>
          <a:prstGeom prst="rect">
            <a:avLst/>
          </a:prstGeom>
          <a:noFill/>
          <a:ln w="9525">
            <a:noFill/>
          </a:ln>
        </p:spPr>
        <p:txBody>
          <a:bodyPr>
            <a:spAutoFit/>
          </a:bodyPr>
          <a:p>
            <a:r>
              <a:rPr b="1" dirty="0">
                <a:solidFill>
                  <a:srgbClr val="00B0F0"/>
                </a:solidFill>
                <a:latin typeface="Arial" panose="020B0604020202020204" pitchFamily="34" charset="0"/>
              </a:rPr>
              <a:t> </a:t>
            </a:r>
            <a:r>
              <a:rPr sz="4000" b="1" dirty="0">
                <a:solidFill>
                  <a:srgbClr val="00B0F0"/>
                </a:solidFill>
                <a:latin typeface="Arial" panose="020B0604020202020204" pitchFamily="34" charset="0"/>
              </a:rPr>
              <a:t>f)  </a:t>
            </a:r>
            <a:r>
              <a:rPr sz="4000" b="1" u="sng" dirty="0">
                <a:solidFill>
                  <a:srgbClr val="00B0F0"/>
                </a:solidFill>
                <a:latin typeface="Arial" panose="020B0604020202020204" pitchFamily="34" charset="0"/>
              </a:rPr>
              <a:t>Nurse administrator</a:t>
            </a:r>
            <a:endParaRPr sz="4000" b="1" u="sng" dirty="0">
              <a:solidFill>
                <a:srgbClr val="00B0F0"/>
              </a:solidFill>
              <a:latin typeface="Arial" panose="020B0604020202020204" pitchFamily="34" charset="0"/>
            </a:endParaRPr>
          </a:p>
          <a:p>
            <a:r>
              <a:rPr sz="4000" dirty="0">
                <a:solidFill>
                  <a:srgbClr val="FFFF00"/>
                </a:solidFill>
                <a:latin typeface="Arial" panose="020B0604020202020204" pitchFamily="34" charset="0"/>
              </a:rPr>
              <a:t>-  Is the overall administrator of theatre</a:t>
            </a:r>
            <a:endParaRPr sz="4000" dirty="0">
              <a:solidFill>
                <a:srgbClr val="FFFF00"/>
              </a:solidFill>
              <a:latin typeface="Arial" panose="020B0604020202020204" pitchFamily="34" charset="0"/>
            </a:endParaRPr>
          </a:p>
          <a:p>
            <a:pPr>
              <a:buChar char="-"/>
            </a:pPr>
            <a:r>
              <a:rPr sz="4000" dirty="0">
                <a:solidFill>
                  <a:srgbClr val="FFFF00"/>
                </a:solidFill>
                <a:latin typeface="Arial" panose="020B0604020202020204" pitchFamily="34" charset="0"/>
              </a:rPr>
              <a:t>Ensures staffing of theatre for 24 hours and their safety</a:t>
            </a:r>
            <a:endParaRPr sz="4000" dirty="0">
              <a:solidFill>
                <a:srgbClr val="FFFF00"/>
              </a:solidFill>
              <a:latin typeface="Arial" panose="020B0604020202020204" pitchFamily="34" charset="0"/>
            </a:endParaRPr>
          </a:p>
          <a:p>
            <a:pPr>
              <a:buChar char="-"/>
            </a:pPr>
            <a:r>
              <a:rPr sz="4000" dirty="0">
                <a:solidFill>
                  <a:srgbClr val="FFFF00"/>
                </a:solidFill>
                <a:latin typeface="Arial" panose="020B0604020202020204" pitchFamily="34" charset="0"/>
              </a:rPr>
              <a:t>Orients new staff in theatre</a:t>
            </a:r>
            <a:endParaRPr sz="4000" dirty="0">
              <a:solidFill>
                <a:srgbClr val="FFFF00"/>
              </a:solidFill>
              <a:latin typeface="Arial" panose="020B0604020202020204" pitchFamily="34" charset="0"/>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Content Placeholder 2"/>
          <p:cNvSpPr>
            <a:spLocks noGrp="1"/>
          </p:cNvSpPr>
          <p:nvPr>
            <p:ph idx="1"/>
          </p:nvPr>
        </p:nvSpPr>
        <p:spPr>
          <a:xfrm>
            <a:off x="457200" y="457200"/>
            <a:ext cx="8229600" cy="5668963"/>
          </a:xfrm>
        </p:spPr>
        <p:txBody>
          <a:bodyPr vert="horz" wrap="square" lIns="91440" tIns="45720" rIns="91440" bIns="45720" numCol="1" anchor="t" anchorCtr="0" compatLnSpc="1">
            <a:normAutofit/>
          </a:bodyPr>
          <a:lstStyle/>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Tx/>
              <a:buChar char="-"/>
              <a:defRPr/>
            </a:pPr>
            <a:r>
              <a:rPr kumimoji="0" lang="en-US" sz="4000" b="0" i="0" u="none" strike="noStrike" kern="1200" cap="none" spc="0" normalizeH="0" baseline="0" noProof="0" dirty="0" smtClean="0">
                <a:ln>
                  <a:noFill/>
                </a:ln>
                <a:solidFill>
                  <a:srgbClr val="FFFF00"/>
                </a:solidFill>
                <a:effectLst/>
                <a:uLnTx/>
                <a:uFillTx/>
                <a:latin typeface="+mn-lt"/>
                <a:ea typeface="+mn-ea"/>
                <a:cs typeface="+mn-cs"/>
              </a:rPr>
              <a:t>Ensures availability of equipments needed in theatre</a:t>
            </a:r>
            <a:endParaRPr kumimoji="0" lang="en-US" sz="40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Tx/>
              <a:buChar char="-"/>
              <a:defRPr/>
            </a:pPr>
            <a:r>
              <a:rPr kumimoji="0" lang="en-US" sz="4000" b="0" i="0" u="none" strike="noStrike" kern="1200" cap="none" spc="0" normalizeH="0" baseline="0" noProof="0" dirty="0" err="1" smtClean="0">
                <a:ln>
                  <a:noFill/>
                </a:ln>
                <a:solidFill>
                  <a:srgbClr val="FFFF00"/>
                </a:solidFill>
                <a:effectLst/>
                <a:uLnTx/>
                <a:uFillTx/>
                <a:latin typeface="+mn-lt"/>
                <a:ea typeface="+mn-ea"/>
                <a:cs typeface="+mn-cs"/>
              </a:rPr>
              <a:t>Liase</a:t>
            </a:r>
            <a:r>
              <a:rPr kumimoji="0" lang="en-US" sz="4000" b="0" i="0" u="none" strike="noStrike" kern="1200" cap="none" spc="0" normalizeH="0" baseline="0" noProof="0" dirty="0" smtClean="0">
                <a:ln>
                  <a:noFill/>
                </a:ln>
                <a:solidFill>
                  <a:srgbClr val="FFFF00"/>
                </a:solidFill>
                <a:effectLst/>
                <a:uLnTx/>
                <a:uFillTx/>
                <a:latin typeface="+mn-lt"/>
                <a:ea typeface="+mn-ea"/>
                <a:cs typeface="+mn-cs"/>
              </a:rPr>
              <a:t> with other departments in the hospital for smooth running of theatre</a:t>
            </a:r>
            <a:endParaRPr kumimoji="0" lang="en-US" sz="40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Tx/>
              <a:buChar char="-"/>
              <a:defRPr/>
            </a:pPr>
            <a:r>
              <a:rPr kumimoji="0" lang="en-US" sz="4000" b="0" i="0" u="none" strike="noStrike" kern="1200" cap="none" spc="0" normalizeH="0" baseline="0" noProof="0" dirty="0" smtClean="0">
                <a:ln>
                  <a:noFill/>
                </a:ln>
                <a:solidFill>
                  <a:srgbClr val="FFFF00"/>
                </a:solidFill>
                <a:effectLst/>
                <a:uLnTx/>
                <a:uFillTx/>
                <a:latin typeface="+mn-lt"/>
                <a:ea typeface="+mn-ea"/>
                <a:cs typeface="+mn-cs"/>
              </a:rPr>
              <a:t>Maintains discipline in theatre</a:t>
            </a:r>
            <a:endParaRPr kumimoji="0" lang="en-US" sz="4000" b="0" i="0" u="none" strike="noStrike" kern="1200" cap="none" spc="0" normalizeH="0" baseline="0" noProof="0" dirty="0" smtClean="0">
              <a:ln>
                <a:noFill/>
              </a:ln>
              <a:solidFill>
                <a:srgbClr val="FFFF00"/>
              </a:solidFill>
              <a:effectLst/>
              <a:uLnTx/>
              <a:uFillTx/>
              <a:latin typeface="+mn-lt"/>
              <a:ea typeface="+mn-ea"/>
              <a:cs typeface="+mn-cs"/>
            </a:endParaRP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Title 1"/>
          <p:cNvSpPr>
            <a:spLocks noGrp="1"/>
          </p:cNvSpPr>
          <p:nvPr>
            <p:ph type="title"/>
          </p:nvPr>
        </p:nvSpPr>
        <p:spPr>
          <a:xfrm>
            <a:off x="228600" y="0"/>
            <a:ext cx="8458200" cy="1427163"/>
          </a:xfrm>
        </p:spPr>
        <p:txBody>
          <a:bodyPr vert="horz" anchor="t">
            <a:no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4000" b="0" i="0" u="none" strike="noStrike" kern="1200" cap="none" spc="-100" normalizeH="0" baseline="0" noProof="0" dirty="0" smtClean="0">
                <a:ln>
                  <a:noFill/>
                </a:ln>
                <a:solidFill>
                  <a:srgbClr val="FF0000"/>
                </a:solidFill>
                <a:effectLst/>
                <a:uLnTx/>
                <a:uFillTx/>
                <a:latin typeface="+mj-lt"/>
                <a:ea typeface="+mj-ea"/>
                <a:cs typeface="+mj-cs"/>
              </a:rPr>
              <a:t>Principles of post-operative care</a:t>
            </a:r>
            <a:endParaRPr kumimoji="0" lang="en-US" sz="4000" b="0" i="0" u="none" strike="noStrike" kern="1200" cap="none" spc="-100" normalizeH="0" baseline="0" noProof="0" dirty="0" smtClean="0">
              <a:ln>
                <a:noFill/>
              </a:ln>
              <a:solidFill>
                <a:srgbClr val="FF0000"/>
              </a:solidFill>
              <a:effectLst/>
              <a:uLnTx/>
              <a:uFillTx/>
              <a:latin typeface="+mj-lt"/>
              <a:ea typeface="+mj-ea"/>
              <a:cs typeface="+mj-cs"/>
            </a:endParaRPr>
          </a:p>
        </p:txBody>
      </p:sp>
      <p:sp>
        <p:nvSpPr>
          <p:cNvPr id="94211" name="Content Placeholder 2"/>
          <p:cNvSpPr>
            <a:spLocks noGrp="1"/>
          </p:cNvSpPr>
          <p:nvPr>
            <p:ph sz="half" idx="1"/>
          </p:nvPr>
        </p:nvSpPr>
        <p:spPr>
          <a:xfrm>
            <a:off x="0" y="1371600"/>
            <a:ext cx="5181600" cy="5486400"/>
          </a:xfrm>
        </p:spPr>
        <p:txBody>
          <a:bodyPr vert="horz" wrap="square" lIns="91440" tIns="45720" rIns="91440" bIns="45720" numCol="1" anchor="t" anchorCtr="0" compatLnSpc="1">
            <a:normAutofit fontScale="85000" lnSpcReduction="10000"/>
          </a:bodyPr>
          <a:lstStyle/>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Arial" panose="020B0604020202020204" pitchFamily="34" charset="0"/>
              <a:buChar char="•"/>
              <a:defRPr/>
            </a:pPr>
            <a:r>
              <a:rPr kumimoji="0" lang="en-US" sz="4600" b="0" i="0" u="none" strike="noStrike" kern="1200" cap="none" spc="0" normalizeH="0" baseline="0" noProof="0" dirty="0" smtClean="0">
                <a:ln>
                  <a:noFill/>
                </a:ln>
                <a:solidFill>
                  <a:srgbClr val="FFFF00"/>
                </a:solidFill>
                <a:effectLst/>
                <a:uLnTx/>
                <a:uFillTx/>
                <a:latin typeface="+mn-lt"/>
                <a:ea typeface="+mn-ea"/>
                <a:cs typeface="+mn-cs"/>
              </a:rPr>
              <a:t>Ensure clear airway</a:t>
            </a:r>
            <a:endParaRPr kumimoji="0" lang="en-US" sz="46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Arial" panose="020B0604020202020204" pitchFamily="34" charset="0"/>
              <a:buChar char="•"/>
              <a:defRPr/>
            </a:pPr>
            <a:r>
              <a:rPr kumimoji="0" lang="en-US" sz="4600" b="0" i="0" u="none" strike="noStrike" kern="1200" cap="none" spc="0" normalizeH="0" baseline="0" noProof="0" dirty="0" smtClean="0">
                <a:ln>
                  <a:noFill/>
                </a:ln>
                <a:solidFill>
                  <a:srgbClr val="FFFF00"/>
                </a:solidFill>
                <a:effectLst/>
                <a:uLnTx/>
                <a:uFillTx/>
                <a:latin typeface="+mn-lt"/>
                <a:ea typeface="+mn-ea"/>
                <a:cs typeface="+mn-cs"/>
              </a:rPr>
              <a:t>Supporting circulation</a:t>
            </a:r>
            <a:endParaRPr kumimoji="0" lang="en-US" sz="46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Arial" panose="020B0604020202020204" pitchFamily="34" charset="0"/>
              <a:buChar char="•"/>
              <a:defRPr/>
            </a:pPr>
            <a:r>
              <a:rPr kumimoji="0" lang="en-US" sz="4600" b="0" i="0" u="none" strike="noStrike" kern="1200" cap="none" spc="0" normalizeH="0" baseline="0" noProof="0" dirty="0" smtClean="0">
                <a:ln>
                  <a:noFill/>
                </a:ln>
                <a:solidFill>
                  <a:srgbClr val="FFFF00"/>
                </a:solidFill>
                <a:effectLst/>
                <a:uLnTx/>
                <a:uFillTx/>
                <a:latin typeface="+mn-lt"/>
                <a:ea typeface="+mn-ea"/>
                <a:cs typeface="+mn-cs"/>
              </a:rPr>
              <a:t>Controlling bleeding</a:t>
            </a:r>
            <a:endParaRPr kumimoji="0" lang="en-US" sz="46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Arial" panose="020B0604020202020204" pitchFamily="34" charset="0"/>
              <a:buChar char="•"/>
              <a:defRPr/>
            </a:pPr>
            <a:r>
              <a:rPr kumimoji="0" lang="en-US" sz="4600" b="0" i="0" u="none" strike="noStrike" kern="1200" cap="none" spc="0" normalizeH="0" baseline="0" noProof="0" dirty="0" smtClean="0">
                <a:ln>
                  <a:noFill/>
                </a:ln>
                <a:solidFill>
                  <a:srgbClr val="FFFF00"/>
                </a:solidFill>
                <a:effectLst/>
                <a:uLnTx/>
                <a:uFillTx/>
                <a:latin typeface="+mn-lt"/>
                <a:ea typeface="+mn-ea"/>
                <a:cs typeface="+mn-cs"/>
              </a:rPr>
              <a:t>Preventing infection</a:t>
            </a:r>
            <a:endParaRPr kumimoji="0" lang="en-US" sz="46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Arial" panose="020B0604020202020204" pitchFamily="34" charset="0"/>
              <a:buChar char="•"/>
              <a:defRPr/>
            </a:pPr>
            <a:r>
              <a:rPr kumimoji="0" lang="en-US" sz="4600" b="0" i="0" u="none" strike="noStrike" kern="1200" cap="none" spc="0" normalizeH="0" baseline="0" noProof="0" dirty="0" smtClean="0">
                <a:ln>
                  <a:noFill/>
                </a:ln>
                <a:solidFill>
                  <a:srgbClr val="FFFF00"/>
                </a:solidFill>
                <a:effectLst/>
                <a:uLnTx/>
                <a:uFillTx/>
                <a:latin typeface="+mn-lt"/>
                <a:ea typeface="+mn-ea"/>
                <a:cs typeface="+mn-cs"/>
              </a:rPr>
              <a:t>Monitoring any complications</a:t>
            </a:r>
            <a:endParaRPr kumimoji="0" lang="en-US" sz="46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Arial" panose="020B0604020202020204" pitchFamily="34" charset="0"/>
              <a:buChar char="•"/>
              <a:defRPr/>
            </a:pPr>
            <a:r>
              <a:rPr kumimoji="0" lang="en-US" sz="4600" b="0" i="0" u="none" strike="noStrike" kern="1200" cap="none" spc="0" normalizeH="0" baseline="0" noProof="0" dirty="0" smtClean="0">
                <a:ln>
                  <a:noFill/>
                </a:ln>
                <a:solidFill>
                  <a:srgbClr val="FFFF00"/>
                </a:solidFill>
                <a:effectLst/>
                <a:uLnTx/>
                <a:uFillTx/>
                <a:latin typeface="+mn-lt"/>
                <a:ea typeface="+mn-ea"/>
                <a:cs typeface="+mn-cs"/>
              </a:rPr>
              <a:t>Controlling pain</a:t>
            </a:r>
            <a:endParaRPr kumimoji="0" lang="en-US" sz="46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Wingdings 2" panose="05020102010507070707"/>
              <a:buChar char=""/>
              <a:defRPr/>
            </a:pPr>
            <a:endParaRPr kumimoji="0" lang="en-US" sz="46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Wingdings 2" panose="05020102010507070707"/>
              <a:buChar char=""/>
              <a:defRPr/>
            </a:pPr>
            <a:endParaRPr kumimoji="0" lang="en-US" sz="2800" b="0" i="0" u="none" strike="noStrike" kern="1200" cap="none" spc="0" normalizeH="0" baseline="0" noProof="0" dirty="0" smtClean="0">
              <a:ln>
                <a:noFill/>
              </a:ln>
              <a:solidFill>
                <a:srgbClr val="FFFF00"/>
              </a:solidFill>
              <a:effectLst/>
              <a:uLnTx/>
              <a:uFillTx/>
              <a:latin typeface="+mn-lt"/>
              <a:ea typeface="+mn-ea"/>
              <a:cs typeface="+mn-cs"/>
            </a:endParaRPr>
          </a:p>
        </p:txBody>
      </p:sp>
      <p:sp>
        <p:nvSpPr>
          <p:cNvPr id="146436" name="Content Placeholder 3"/>
          <p:cNvSpPr>
            <a:spLocks noGrp="1"/>
          </p:cNvSpPr>
          <p:nvPr>
            <p:ph sz="half" idx="2"/>
          </p:nvPr>
        </p:nvSpPr>
        <p:spPr>
          <a:xfrm>
            <a:off x="4800600" y="1371600"/>
            <a:ext cx="4648200" cy="5486400"/>
          </a:xfrm>
          <a:ln/>
        </p:spPr>
        <p:txBody>
          <a:bodyPr vert="horz" wrap="square" lIns="91440" tIns="45720" rIns="91440" bIns="45720" anchor="t" anchorCtr="0"/>
          <a:p>
            <a:pPr eaLnBrk="1" hangingPunct="1">
              <a:buSzPct val="95000"/>
              <a:buFont typeface="Arial" panose="020B0604020202020204" pitchFamily="34" charset="0"/>
              <a:buChar char="•"/>
            </a:pPr>
            <a:r>
              <a:rPr sz="3600" kern="1200" dirty="0">
                <a:solidFill>
                  <a:srgbClr val="FFFF00"/>
                </a:solidFill>
                <a:latin typeface="+mn-lt"/>
                <a:ea typeface="+mn-ea"/>
                <a:cs typeface="+mn-cs"/>
              </a:rPr>
              <a:t>Ensuring return of </a:t>
            </a:r>
            <a:endParaRPr sz="3600" kern="1200" dirty="0">
              <a:solidFill>
                <a:srgbClr val="FFFF00"/>
              </a:solidFill>
              <a:latin typeface="+mn-lt"/>
              <a:ea typeface="+mn-ea"/>
              <a:cs typeface="+mn-cs"/>
            </a:endParaRPr>
          </a:p>
          <a:p>
            <a:pPr eaLnBrk="1" hangingPunct="1">
              <a:buSzPct val="95000"/>
              <a:buFont typeface="Wingdings" panose="05000000000000000000" pitchFamily="2" charset="2"/>
              <a:buNone/>
            </a:pPr>
            <a:r>
              <a:rPr sz="3600" kern="1200" dirty="0">
                <a:solidFill>
                  <a:srgbClr val="FFFF00"/>
                </a:solidFill>
                <a:latin typeface="+mn-lt"/>
                <a:ea typeface="+mn-ea"/>
                <a:cs typeface="+mn-cs"/>
              </a:rPr>
              <a:t>GI motility</a:t>
            </a:r>
            <a:endParaRPr sz="3600" kern="1200" dirty="0">
              <a:solidFill>
                <a:srgbClr val="FFFF00"/>
              </a:solidFill>
              <a:latin typeface="+mn-lt"/>
              <a:ea typeface="+mn-ea"/>
              <a:cs typeface="+mn-cs"/>
            </a:endParaRPr>
          </a:p>
          <a:p>
            <a:pPr eaLnBrk="1" hangingPunct="1">
              <a:buSzPct val="95000"/>
              <a:buFont typeface="Arial" panose="020B0604020202020204" pitchFamily="34" charset="0"/>
              <a:buChar char="•"/>
            </a:pPr>
            <a:r>
              <a:rPr sz="3600" kern="1200" dirty="0">
                <a:solidFill>
                  <a:srgbClr val="FFFF00"/>
                </a:solidFill>
                <a:latin typeface="+mn-lt"/>
                <a:ea typeface="+mn-ea"/>
                <a:cs typeface="+mn-cs"/>
              </a:rPr>
              <a:t>Ensuring easy ambulation</a:t>
            </a:r>
            <a:endParaRPr sz="3600" kern="1200" dirty="0">
              <a:solidFill>
                <a:srgbClr val="FFFF00"/>
              </a:solidFill>
              <a:latin typeface="+mn-lt"/>
              <a:ea typeface="+mn-ea"/>
              <a:cs typeface="+mn-cs"/>
            </a:endParaRPr>
          </a:p>
          <a:p>
            <a:pPr eaLnBrk="1" hangingPunct="1">
              <a:buSzPct val="95000"/>
              <a:buFont typeface="Arial" panose="020B0604020202020204" pitchFamily="34" charset="0"/>
              <a:buChar char="•"/>
            </a:pPr>
            <a:r>
              <a:rPr sz="3600" kern="1200" dirty="0">
                <a:solidFill>
                  <a:srgbClr val="FFFF00"/>
                </a:solidFill>
                <a:latin typeface="+mn-lt"/>
                <a:ea typeface="+mn-ea"/>
                <a:cs typeface="+mn-cs"/>
              </a:rPr>
              <a:t>Preparing the </a:t>
            </a:r>
            <a:endParaRPr sz="3600" kern="1200" dirty="0">
              <a:solidFill>
                <a:srgbClr val="FFFF00"/>
              </a:solidFill>
              <a:latin typeface="+mn-lt"/>
              <a:ea typeface="+mn-ea"/>
              <a:cs typeface="+mn-cs"/>
            </a:endParaRPr>
          </a:p>
          <a:p>
            <a:pPr eaLnBrk="1" hangingPunct="1">
              <a:buSzPct val="95000"/>
              <a:buFont typeface="Wingdings" panose="05000000000000000000" pitchFamily="2" charset="2"/>
              <a:buNone/>
            </a:pPr>
            <a:r>
              <a:rPr sz="3600" kern="1200" dirty="0">
                <a:solidFill>
                  <a:srgbClr val="FFFF00"/>
                </a:solidFill>
                <a:latin typeface="+mn-lt"/>
                <a:ea typeface="+mn-ea"/>
                <a:cs typeface="+mn-cs"/>
              </a:rPr>
              <a:t>patient for dx and home-based care</a:t>
            </a:r>
            <a:endParaRPr sz="3600" kern="1200" dirty="0">
              <a:solidFill>
                <a:srgbClr val="FFFF00"/>
              </a:solidFill>
              <a:latin typeface="+mn-lt"/>
              <a:ea typeface="+mn-ea"/>
              <a:cs typeface="+mn-cs"/>
            </a:endParaRP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4" name="Content Placeholder 2"/>
          <p:cNvSpPr>
            <a:spLocks noGrp="1"/>
          </p:cNvSpPr>
          <p:nvPr>
            <p:ph idx="1"/>
          </p:nvPr>
        </p:nvSpPr>
        <p:spPr>
          <a:xfrm>
            <a:off x="457200" y="609600"/>
            <a:ext cx="8229600" cy="5516563"/>
          </a:xfrm>
        </p:spPr>
        <p:txBody>
          <a:bodyPr vert="horz" wrap="square" lIns="91440" tIns="45720" rIns="91440" bIns="45720" numCol="1" anchor="t" anchorCtr="0" compatLnSpc="1">
            <a:normAutofit/>
          </a:bodyPr>
          <a:lstStyle/>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Wingdings" panose="05000000000000000000" pitchFamily="2" charset="2"/>
              <a:buChar char="§"/>
              <a:defRPr/>
            </a:pPr>
            <a:r>
              <a:rPr kumimoji="0" lang="en-US" sz="3600" b="1" i="0" u="none" strike="noStrike" kern="1200" cap="none" spc="0" normalizeH="0" baseline="0" noProof="0" dirty="0" smtClean="0">
                <a:ln>
                  <a:noFill/>
                </a:ln>
                <a:solidFill>
                  <a:srgbClr val="00B0F0"/>
                </a:solidFill>
                <a:effectLst/>
                <a:uLnTx/>
                <a:uFillTx/>
                <a:latin typeface="+mn-lt"/>
                <a:ea typeface="+mn-ea"/>
                <a:cs typeface="+mn-cs"/>
              </a:rPr>
              <a:t>Ensuring clear airway</a:t>
            </a:r>
            <a:r>
              <a:rPr kumimoji="0" lang="en-US" sz="3600" b="1" i="0" u="none" strike="noStrike" kern="1200" cap="none" spc="0" normalizeH="0" baseline="0" noProof="0" dirty="0" smtClean="0">
                <a:ln>
                  <a:noFill/>
                </a:ln>
                <a:solidFill>
                  <a:srgbClr val="FFFF00"/>
                </a:solidFill>
                <a:effectLst/>
                <a:uLnTx/>
                <a:uFillTx/>
                <a:latin typeface="+mn-lt"/>
                <a:ea typeface="+mn-ea"/>
                <a:cs typeface="+mn-cs"/>
              </a:rPr>
              <a:t> </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Wingdings" panose="05000000000000000000" pitchFamily="2" charset="2"/>
              <a:buChar char="§"/>
              <a:defRPr/>
            </a:pPr>
            <a:r>
              <a:rPr kumimoji="0" lang="en-US" sz="3600" b="1" i="0" u="none" strike="noStrike" kern="1200" cap="none" spc="0" normalizeH="0" baseline="0" noProof="0" dirty="0" smtClean="0">
                <a:ln>
                  <a:noFill/>
                </a:ln>
                <a:solidFill>
                  <a:srgbClr val="00B0F0"/>
                </a:solidFill>
                <a:effectLst/>
                <a:uLnTx/>
                <a:uFillTx/>
                <a:latin typeface="+mn-lt"/>
                <a:ea typeface="+mn-ea"/>
                <a:cs typeface="+mn-cs"/>
              </a:rPr>
              <a:t>Supporting circulation </a:t>
            </a:r>
            <a:r>
              <a:rPr kumimoji="0" lang="en-US" sz="3600" b="0" i="0" u="none" strike="noStrike" kern="1200" cap="none" spc="0" normalizeH="0" baseline="0" noProof="0" dirty="0" smtClean="0">
                <a:ln>
                  <a:noFill/>
                </a:ln>
                <a:solidFill>
                  <a:srgbClr val="FFFF00"/>
                </a:solidFill>
                <a:effectLst/>
                <a:uLnTx/>
                <a:uFillTx/>
                <a:latin typeface="+mn-lt"/>
                <a:ea typeface="+mn-ea"/>
                <a:cs typeface="+mn-cs"/>
              </a:rPr>
              <a:t>– this helps maintain the lungs, heart and the kidney with adequate blood volume. IV infusions are maintained during theatre</a:t>
            </a:r>
            <a:endParaRPr kumimoji="0" lang="en-US" sz="3600" b="0"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Wingdings" panose="05000000000000000000" pitchFamily="2" charset="2"/>
              <a:buChar char="§"/>
              <a:defRPr/>
            </a:pPr>
            <a:r>
              <a:rPr kumimoji="0" lang="en-US" sz="3600" b="1" i="0" u="sng" strike="noStrike" kern="1200" cap="none" spc="0" normalizeH="0" baseline="0" noProof="0" dirty="0" smtClean="0">
                <a:ln>
                  <a:noFill/>
                </a:ln>
                <a:solidFill>
                  <a:srgbClr val="FFFF00"/>
                </a:solidFill>
                <a:effectLst/>
                <a:uLnTx/>
                <a:uFillTx/>
                <a:latin typeface="+mn-lt"/>
                <a:ea typeface="+mn-ea"/>
                <a:cs typeface="+mn-cs"/>
              </a:rPr>
              <a:t>Amount of fluid required= </a:t>
            </a:r>
            <a:r>
              <a:rPr kumimoji="0" lang="en-US" sz="3600" b="1" i="0" u="none" strike="noStrike" kern="1200" cap="none" spc="0" normalizeH="0" baseline="0" noProof="0" dirty="0" smtClean="0">
                <a:ln>
                  <a:noFill/>
                </a:ln>
                <a:solidFill>
                  <a:srgbClr val="FFFF00"/>
                </a:solidFill>
                <a:effectLst/>
                <a:uLnTx/>
                <a:uFillTx/>
                <a:latin typeface="+mn-lt"/>
                <a:ea typeface="+mn-ea"/>
                <a:cs typeface="+mn-cs"/>
              </a:rPr>
              <a:t>maintenance requirement + fluid loss( loss during operation + normal body loss + insensible loss)</a:t>
            </a:r>
            <a:endParaRPr kumimoji="0" lang="en-US" sz="3600" b="1" i="0" u="none" strike="noStrike" kern="1200" cap="none" spc="0" normalizeH="0" baseline="0" noProof="0" dirty="0" smtClean="0">
              <a:ln>
                <a:noFill/>
              </a:ln>
              <a:solidFill>
                <a:srgbClr val="FFFF00"/>
              </a:solidFill>
              <a:effectLst/>
              <a:uLnTx/>
              <a:uFillTx/>
              <a:latin typeface="+mn-lt"/>
              <a:ea typeface="+mn-ea"/>
              <a:cs typeface="+mn-cs"/>
            </a:endParaRPr>
          </a:p>
          <a:p>
            <a:pPr marL="548640" marR="0" lvl="0" indent="-411480" algn="l" defTabSz="914400" rtl="0" eaLnBrk="1" fontAlgn="auto" latinLnBrk="0" hangingPunct="1">
              <a:lnSpc>
                <a:spcPct val="100000"/>
              </a:lnSpc>
              <a:spcBef>
                <a:spcPts val="700"/>
              </a:spcBef>
              <a:spcAft>
                <a:spcPts val="0"/>
              </a:spcAft>
              <a:buClr>
                <a:schemeClr val="tx1">
                  <a:shade val="95000"/>
                </a:schemeClr>
              </a:buClr>
              <a:buSzPct val="95000"/>
              <a:buFont typeface="Wingdings" panose="05000000000000000000" pitchFamily="2" charset="2"/>
              <a:buChar char="§"/>
              <a:defRPr/>
            </a:pPr>
            <a:endParaRPr kumimoji="0" lang="en-US" sz="3000" b="0" i="0" u="none" strike="noStrike" kern="1200" cap="none" spc="0" normalizeH="0" baseline="0" noProof="0" dirty="0" smtClean="0">
              <a:ln>
                <a:noFill/>
              </a:ln>
              <a:solidFill>
                <a:srgbClr val="FFFF00"/>
              </a:solidFill>
              <a:effectLst/>
              <a:uLnTx/>
              <a:uFillTx/>
              <a:latin typeface="+mn-lt"/>
              <a:ea typeface="+mn-ea"/>
              <a:cs typeface="+mn-cs"/>
            </a:endParaRP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8482" name="Content Placeholder 2"/>
          <p:cNvSpPr>
            <a:spLocks noGrp="1"/>
          </p:cNvSpPr>
          <p:nvPr>
            <p:ph idx="1"/>
          </p:nvPr>
        </p:nvSpPr>
        <p:spPr>
          <a:xfrm>
            <a:off x="457200" y="457200"/>
            <a:ext cx="8229600" cy="5668963"/>
          </a:xfrm>
          <a:ln/>
        </p:spPr>
        <p:txBody>
          <a:bodyPr vert="horz" wrap="square" lIns="91440" tIns="45720" rIns="91440" bIns="45720" anchor="t" anchorCtr="0"/>
          <a:p>
            <a:pPr eaLnBrk="1" hangingPunct="1"/>
            <a:r>
              <a:rPr sz="3600" dirty="0">
                <a:solidFill>
                  <a:srgbClr val="FFFF00"/>
                </a:solidFill>
              </a:rPr>
              <a:t>An adult requires 35mls/kg/24hrs </a:t>
            </a:r>
            <a:endParaRPr sz="3600" dirty="0">
              <a:solidFill>
                <a:srgbClr val="FFFF00"/>
              </a:solidFill>
            </a:endParaRPr>
          </a:p>
          <a:p>
            <a:pPr eaLnBrk="1" hangingPunct="1">
              <a:buFont typeface="Arial" panose="020B0604020202020204" pitchFamily="34" charset="0"/>
              <a:buNone/>
            </a:pPr>
            <a:r>
              <a:rPr sz="3600" dirty="0">
                <a:solidFill>
                  <a:srgbClr val="FFFF00"/>
                </a:solidFill>
              </a:rPr>
              <a:t>( maintenance)</a:t>
            </a:r>
            <a:endParaRPr sz="3600" dirty="0">
              <a:solidFill>
                <a:srgbClr val="FFFF00"/>
              </a:solidFill>
            </a:endParaRPr>
          </a:p>
          <a:p>
            <a:pPr eaLnBrk="1" hangingPunct="1"/>
            <a:r>
              <a:rPr sz="3600" dirty="0">
                <a:solidFill>
                  <a:srgbClr val="FFFF00"/>
                </a:solidFill>
              </a:rPr>
              <a:t>Insensible loss is approximately 0.5 ml/kg/hr </a:t>
            </a:r>
            <a:endParaRPr sz="3600" dirty="0">
              <a:solidFill>
                <a:srgbClr val="FFFF00"/>
              </a:solidFill>
            </a:endParaRPr>
          </a:p>
          <a:p>
            <a:pPr eaLnBrk="1" hangingPunct="1">
              <a:buFont typeface="Arial" panose="020B0604020202020204" pitchFamily="34" charset="0"/>
              <a:buNone/>
            </a:pPr>
            <a:r>
              <a:rPr sz="3600" dirty="0">
                <a:solidFill>
                  <a:srgbClr val="FFFF00"/>
                </a:solidFill>
              </a:rPr>
              <a:t>(skin, faeces and breathing )</a:t>
            </a:r>
            <a:endParaRPr sz="3600" dirty="0">
              <a:solidFill>
                <a:srgbClr val="FFFF00"/>
              </a:solidFill>
            </a:endParaRPr>
          </a:p>
          <a:p>
            <a:pPr eaLnBrk="1" hangingPunct="1"/>
            <a:r>
              <a:rPr sz="3600" dirty="0">
                <a:solidFill>
                  <a:srgbClr val="FFFF00"/>
                </a:solidFill>
              </a:rPr>
              <a:t>Below three months maintenance 5mls/kg/hr</a:t>
            </a:r>
            <a:endParaRPr sz="3600" dirty="0">
              <a:solidFill>
                <a:srgbClr val="FFFF00"/>
              </a:solidFill>
            </a:endParaRP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9506" name="Content Placeholder 2"/>
          <p:cNvSpPr>
            <a:spLocks noGrp="1"/>
          </p:cNvSpPr>
          <p:nvPr>
            <p:ph idx="1"/>
          </p:nvPr>
        </p:nvSpPr>
        <p:spPr>
          <a:xfrm>
            <a:off x="1066800" y="1143000"/>
            <a:ext cx="8077200" cy="5165725"/>
          </a:xfrm>
          <a:ln/>
        </p:spPr>
        <p:txBody>
          <a:bodyPr vert="horz" wrap="square" lIns="91440" tIns="45720" rIns="91440" bIns="45720" anchor="t" anchorCtr="0"/>
          <a:p>
            <a:pPr eaLnBrk="1" hangingPunct="1"/>
            <a:r>
              <a:rPr sz="4000" dirty="0">
                <a:solidFill>
                  <a:srgbClr val="FFFF00"/>
                </a:solidFill>
              </a:rPr>
              <a:t>Above three months( weighing 3-10kg)- 5mls/kg/hour</a:t>
            </a:r>
            <a:endParaRPr sz="4000" dirty="0">
              <a:solidFill>
                <a:srgbClr val="FFFF00"/>
              </a:solidFill>
            </a:endParaRPr>
          </a:p>
          <a:p>
            <a:pPr eaLnBrk="1" hangingPunct="1"/>
            <a:r>
              <a:rPr sz="4000" dirty="0">
                <a:solidFill>
                  <a:srgbClr val="FFFF00"/>
                </a:solidFill>
              </a:rPr>
              <a:t>10-20kgs – 3ml/kg/hr</a:t>
            </a:r>
            <a:endParaRPr sz="4000" dirty="0">
              <a:solidFill>
                <a:srgbClr val="FFFF00"/>
              </a:solidFill>
            </a:endParaRPr>
          </a:p>
          <a:p>
            <a:pPr eaLnBrk="1" hangingPunct="1"/>
            <a:r>
              <a:rPr sz="4000" dirty="0">
                <a:solidFill>
                  <a:srgbClr val="FFFF00"/>
                </a:solidFill>
              </a:rPr>
              <a:t>Above 20kg – 2.5mls/ kg/hr</a:t>
            </a:r>
            <a:endParaRPr sz="4000" dirty="0">
              <a:solidFill>
                <a:srgbClr val="FFFF00"/>
              </a:solidFill>
            </a:endParaRPr>
          </a:p>
          <a:p>
            <a:pPr eaLnBrk="1" hangingPunct="1"/>
            <a:endParaRPr sz="4000" dirty="0">
              <a:solidFill>
                <a:srgbClr val="FFFF00"/>
              </a:solidFill>
            </a:endParaRP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0530" name="Content Placeholder 2"/>
          <p:cNvSpPr>
            <a:spLocks noGrp="1"/>
          </p:cNvSpPr>
          <p:nvPr>
            <p:ph idx="1"/>
          </p:nvPr>
        </p:nvSpPr>
        <p:spPr>
          <a:xfrm>
            <a:off x="457200" y="381000"/>
            <a:ext cx="8229600" cy="5745163"/>
          </a:xfrm>
          <a:ln/>
        </p:spPr>
        <p:txBody>
          <a:bodyPr vert="horz" wrap="square" lIns="91440" tIns="45720" rIns="91440" bIns="45720" anchor="t" anchorCtr="0"/>
          <a:p>
            <a:pPr eaLnBrk="1" hangingPunct="1"/>
            <a:r>
              <a:rPr sz="4000" b="1" dirty="0">
                <a:solidFill>
                  <a:srgbClr val="00B0F0"/>
                </a:solidFill>
              </a:rPr>
              <a:t>Controlling bleeding and wound care</a:t>
            </a:r>
            <a:endParaRPr sz="4000" b="1" dirty="0">
              <a:solidFill>
                <a:srgbClr val="00B0F0"/>
              </a:solidFill>
            </a:endParaRPr>
          </a:p>
          <a:p>
            <a:pPr eaLnBrk="1" hangingPunct="1">
              <a:buFont typeface="Arial" panose="020B0604020202020204" pitchFamily="34" charset="0"/>
              <a:buNone/>
            </a:pPr>
            <a:r>
              <a:rPr sz="4000" dirty="0">
                <a:solidFill>
                  <a:srgbClr val="FFFF00"/>
                </a:solidFill>
              </a:rPr>
              <a:t>- Monitor the patient for signs of bleeding from the suture line and vitals</a:t>
            </a:r>
            <a:endParaRPr sz="4000" dirty="0">
              <a:solidFill>
                <a:srgbClr val="FFFF00"/>
              </a:solidFill>
            </a:endParaRPr>
          </a:p>
          <a:p>
            <a:pPr eaLnBrk="1" hangingPunct="1">
              <a:buFontTx/>
              <a:buChar char="-"/>
            </a:pPr>
            <a:r>
              <a:rPr sz="4000" dirty="0">
                <a:solidFill>
                  <a:srgbClr val="FFFF00"/>
                </a:solidFill>
              </a:rPr>
              <a:t>After 24hrs check for signs of infection </a:t>
            </a:r>
            <a:endParaRPr sz="4000" dirty="0">
              <a:solidFill>
                <a:srgbClr val="FFFF00"/>
              </a:solidFill>
            </a:endParaRPr>
          </a:p>
          <a:p>
            <a:pPr eaLnBrk="1" hangingPunct="1">
              <a:buFont typeface="Arial" panose="020B0604020202020204" pitchFamily="34" charset="0"/>
              <a:buNone/>
            </a:pPr>
            <a:r>
              <a:rPr sz="4000" dirty="0">
                <a:solidFill>
                  <a:srgbClr val="FFFF00"/>
                </a:solidFill>
              </a:rPr>
              <a:t>( redness, tenderness, edema and low grade fevers )</a:t>
            </a:r>
            <a:endParaRPr sz="4000" dirty="0">
              <a:solidFill>
                <a:srgbClr val="FFFF00"/>
              </a:solidFill>
            </a:endParaRP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1554" name="Rectangle 3"/>
          <p:cNvSpPr/>
          <p:nvPr/>
        </p:nvSpPr>
        <p:spPr>
          <a:xfrm>
            <a:off x="685800" y="762000"/>
            <a:ext cx="7924800" cy="3170238"/>
          </a:xfrm>
          <a:prstGeom prst="rect">
            <a:avLst/>
          </a:prstGeom>
          <a:noFill/>
          <a:ln w="9525">
            <a:noFill/>
          </a:ln>
        </p:spPr>
        <p:txBody>
          <a:bodyPr>
            <a:spAutoFit/>
          </a:bodyPr>
          <a:p>
            <a:r>
              <a:rPr sz="4000" b="1" dirty="0">
                <a:solidFill>
                  <a:srgbClr val="00B0F0"/>
                </a:solidFill>
                <a:latin typeface="Arial" panose="020B0604020202020204" pitchFamily="34" charset="0"/>
              </a:rPr>
              <a:t>Preventing infection</a:t>
            </a:r>
            <a:endParaRPr sz="4000" b="1" dirty="0">
              <a:solidFill>
                <a:srgbClr val="00B0F0"/>
              </a:solidFill>
              <a:latin typeface="Arial" panose="020B0604020202020204" pitchFamily="34" charset="0"/>
            </a:endParaRPr>
          </a:p>
          <a:p>
            <a:pPr>
              <a:buChar char="-"/>
            </a:pPr>
            <a:r>
              <a:rPr sz="4000" dirty="0">
                <a:solidFill>
                  <a:srgbClr val="FFFF00"/>
                </a:solidFill>
                <a:latin typeface="Arial" panose="020B0604020202020204" pitchFamily="34" charset="0"/>
              </a:rPr>
              <a:t>Administration of prophylactic antibiotics[PRN]</a:t>
            </a:r>
            <a:endParaRPr sz="4000" dirty="0">
              <a:solidFill>
                <a:srgbClr val="FFFF00"/>
              </a:solidFill>
              <a:latin typeface="Arial" panose="020B0604020202020204" pitchFamily="34" charset="0"/>
            </a:endParaRPr>
          </a:p>
          <a:p>
            <a:pPr>
              <a:buChar char="-"/>
            </a:pPr>
            <a:endParaRPr sz="4000" dirty="0">
              <a:solidFill>
                <a:srgbClr val="FFFF00"/>
              </a:solidFill>
              <a:latin typeface="Arial" panose="020B0604020202020204" pitchFamily="34" charset="0"/>
            </a:endParaRPr>
          </a:p>
          <a:p>
            <a:pPr>
              <a:buChar char="-"/>
            </a:pPr>
            <a:r>
              <a:rPr sz="4000" dirty="0">
                <a:solidFill>
                  <a:srgbClr val="FFFF00"/>
                </a:solidFill>
                <a:latin typeface="Arial" panose="020B0604020202020204" pitchFamily="34" charset="0"/>
              </a:rPr>
              <a:t>Maintaining infection prevention</a:t>
            </a:r>
            <a:endParaRPr sz="4000" dirty="0">
              <a:solidFill>
                <a:srgbClr val="FFFF00"/>
              </a:solidFill>
              <a:latin typeface="Arial" panose="020B0604020202020204" pitchFamily="34" charset="0"/>
            </a:endParaRP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2578" name="Content Placeholder 2"/>
          <p:cNvSpPr>
            <a:spLocks noGrp="1"/>
          </p:cNvSpPr>
          <p:nvPr>
            <p:ph idx="1"/>
          </p:nvPr>
        </p:nvSpPr>
        <p:spPr>
          <a:xfrm>
            <a:off x="457200" y="457200"/>
            <a:ext cx="8229600" cy="5668963"/>
          </a:xfrm>
          <a:ln/>
        </p:spPr>
        <p:txBody>
          <a:bodyPr vert="horz" wrap="square" lIns="91440" tIns="45720" rIns="91440" bIns="45720" anchor="t" anchorCtr="0"/>
          <a:p>
            <a:pPr eaLnBrk="1" hangingPunct="1"/>
            <a:r>
              <a:rPr sz="4000" b="1" dirty="0">
                <a:solidFill>
                  <a:srgbClr val="00B0F0"/>
                </a:solidFill>
              </a:rPr>
              <a:t>Monitoring of complications</a:t>
            </a:r>
            <a:endParaRPr sz="4000" b="1" dirty="0">
              <a:solidFill>
                <a:srgbClr val="00B0F0"/>
              </a:solidFill>
            </a:endParaRPr>
          </a:p>
          <a:p>
            <a:pPr eaLnBrk="1" hangingPunct="1">
              <a:buFontTx/>
              <a:buChar char="-"/>
            </a:pPr>
            <a:r>
              <a:rPr sz="4000" dirty="0">
                <a:solidFill>
                  <a:srgbClr val="FFFF00"/>
                </a:solidFill>
              </a:rPr>
              <a:t>Vital observations after every 15 mins for 2hrs, 30 mins for the next 2hrs then 4 hourly</a:t>
            </a:r>
            <a:endParaRPr sz="4000" dirty="0">
              <a:solidFill>
                <a:srgbClr val="FFFF00"/>
              </a:solidFill>
            </a:endParaRPr>
          </a:p>
          <a:p>
            <a:pPr eaLnBrk="1" hangingPunct="1">
              <a:buFontTx/>
              <a:buChar char="-"/>
            </a:pPr>
            <a:r>
              <a:rPr sz="4000" dirty="0">
                <a:solidFill>
                  <a:srgbClr val="FFFF00"/>
                </a:solidFill>
              </a:rPr>
              <a:t>Other observations depending on the type of surgery e.g. urine output , hemorrhage, GCS etc</a:t>
            </a:r>
            <a:endParaRPr sz="4000" dirty="0">
              <a:solidFill>
                <a:srgbClr val="FFFF00"/>
              </a:solidFill>
            </a:endParaRP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02" name="Content Placeholder 2"/>
          <p:cNvSpPr>
            <a:spLocks noGrp="1"/>
          </p:cNvSpPr>
          <p:nvPr>
            <p:ph idx="1"/>
          </p:nvPr>
        </p:nvSpPr>
        <p:spPr>
          <a:xfrm>
            <a:off x="1371600" y="1784350"/>
            <a:ext cx="7772400" cy="4572000"/>
          </a:xfrm>
          <a:ln/>
        </p:spPr>
        <p:txBody>
          <a:bodyPr vert="horz" wrap="square" lIns="91440" tIns="45720" rIns="91440" bIns="45720" anchor="t" anchorCtr="0"/>
          <a:p>
            <a:pPr eaLnBrk="1" hangingPunct="1"/>
            <a:r>
              <a:rPr sz="4000" b="1" dirty="0">
                <a:solidFill>
                  <a:srgbClr val="FFFF00"/>
                </a:solidFill>
              </a:rPr>
              <a:t>Controlling pain</a:t>
            </a:r>
            <a:endParaRPr sz="4000" b="1" dirty="0">
              <a:solidFill>
                <a:srgbClr val="FFFF00"/>
              </a:solidFill>
            </a:endParaRPr>
          </a:p>
          <a:p>
            <a:pPr eaLnBrk="1" hangingPunct="1">
              <a:buFontTx/>
              <a:buChar char="-"/>
            </a:pPr>
            <a:r>
              <a:rPr sz="4000" dirty="0">
                <a:solidFill>
                  <a:srgbClr val="FFFF00"/>
                </a:solidFill>
              </a:rPr>
              <a:t>Giving of pethidine ( 50- 100mg ) or morphine</a:t>
            </a:r>
            <a:endParaRPr sz="4000" dirty="0">
              <a:solidFill>
                <a:srgbClr val="FFFF00"/>
              </a:solidFill>
            </a:endParaRPr>
          </a:p>
          <a:p>
            <a:pPr eaLnBrk="1" hangingPunct="1">
              <a:buFont typeface="Wingdings 2" panose="05020102010507070707" pitchFamily="18" charset="2"/>
              <a:buNone/>
            </a:pPr>
            <a:r>
              <a:rPr sz="4000" dirty="0">
                <a:solidFill>
                  <a:srgbClr val="FFFF00"/>
                </a:solidFill>
              </a:rPr>
              <a:t>    for 24hrs</a:t>
            </a:r>
            <a:endParaRPr sz="4000" dirty="0">
              <a:solidFill>
                <a:srgbClr val="FFFF00"/>
              </a:solidFill>
            </a:endParaRPr>
          </a:p>
          <a:p>
            <a:pPr eaLnBrk="1" hangingPunct="1">
              <a:buFont typeface="Wingdings 2" panose="05020102010507070707" pitchFamily="18" charset="2"/>
              <a:buNone/>
            </a:pPr>
            <a:r>
              <a:rPr sz="4000" dirty="0">
                <a:solidFill>
                  <a:srgbClr val="FFFF00"/>
                </a:solidFill>
              </a:rPr>
              <a:t>- Positioning of the patient</a:t>
            </a:r>
            <a:endParaRPr sz="4000" dirty="0">
              <a:solidFill>
                <a:srgbClr val="FFFF00"/>
              </a:solidFill>
            </a:endParaRPr>
          </a:p>
          <a:p>
            <a:pPr eaLnBrk="1" hangingPunct="1"/>
            <a:endParaRPr sz="4000" dirty="0">
              <a:solidFill>
                <a:srgbClr val="FFFF00"/>
              </a:solidFill>
            </a:endParaRP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4626" name="Content Placeholder 2"/>
          <p:cNvSpPr>
            <a:spLocks noGrp="1"/>
          </p:cNvSpPr>
          <p:nvPr>
            <p:ph idx="1"/>
          </p:nvPr>
        </p:nvSpPr>
        <p:spPr>
          <a:xfrm>
            <a:off x="457200" y="533400"/>
            <a:ext cx="8229600" cy="5592763"/>
          </a:xfrm>
          <a:ln/>
        </p:spPr>
        <p:txBody>
          <a:bodyPr vert="horz" wrap="square" lIns="91440" tIns="45720" rIns="91440" bIns="45720" anchor="t" anchorCtr="0"/>
          <a:p>
            <a:pPr eaLnBrk="1" hangingPunct="1"/>
            <a:r>
              <a:rPr sz="3600" b="1" dirty="0">
                <a:solidFill>
                  <a:srgbClr val="00B0F0"/>
                </a:solidFill>
              </a:rPr>
              <a:t>Ensuring gastro-intestinal motility</a:t>
            </a:r>
            <a:endParaRPr sz="3600" b="1" dirty="0">
              <a:solidFill>
                <a:srgbClr val="00B0F0"/>
              </a:solidFill>
            </a:endParaRPr>
          </a:p>
          <a:p>
            <a:pPr eaLnBrk="1" hangingPunct="1">
              <a:buFontTx/>
              <a:buChar char="-"/>
            </a:pPr>
            <a:r>
              <a:rPr sz="3600" dirty="0">
                <a:solidFill>
                  <a:srgbClr val="FFFF00"/>
                </a:solidFill>
              </a:rPr>
              <a:t>Access for return of bowel sounds and passing of flatus</a:t>
            </a:r>
            <a:endParaRPr sz="3600" dirty="0">
              <a:solidFill>
                <a:srgbClr val="FFFF00"/>
              </a:solidFill>
            </a:endParaRPr>
          </a:p>
          <a:p>
            <a:pPr eaLnBrk="1" hangingPunct="1">
              <a:buFontTx/>
              <a:buChar char="-"/>
            </a:pPr>
            <a:r>
              <a:rPr sz="3600" dirty="0">
                <a:solidFill>
                  <a:srgbClr val="FFFF00"/>
                </a:solidFill>
              </a:rPr>
              <a:t>Ensure adequate hydration</a:t>
            </a:r>
            <a:endParaRPr sz="3600" dirty="0">
              <a:solidFill>
                <a:srgbClr val="FFFF00"/>
              </a:solidFill>
            </a:endParaRPr>
          </a:p>
          <a:p>
            <a:pPr eaLnBrk="1" hangingPunct="1">
              <a:buFontTx/>
              <a:buChar char="-"/>
            </a:pPr>
            <a:r>
              <a:rPr sz="3600" dirty="0">
                <a:solidFill>
                  <a:srgbClr val="FFFF00"/>
                </a:solidFill>
              </a:rPr>
              <a:t>Decompress the stomach by use of NG tube</a:t>
            </a:r>
            <a:endParaRPr sz="3600" dirty="0">
              <a:solidFill>
                <a:srgbClr val="FFFF00"/>
              </a:solidFill>
            </a:endParaRPr>
          </a:p>
          <a:p>
            <a:pPr eaLnBrk="1" hangingPunct="1">
              <a:buFontTx/>
              <a:buChar char="-"/>
            </a:pPr>
            <a:r>
              <a:rPr sz="3600" dirty="0">
                <a:solidFill>
                  <a:srgbClr val="FFFF00"/>
                </a:solidFill>
              </a:rPr>
              <a:t>On return of bowel sounds give oral sips, fluid diet, light diet then normal diet</a:t>
            </a:r>
            <a:endParaRPr sz="3600" dirty="0">
              <a:solidFill>
                <a:srgbClr val="FFFF00"/>
              </a:solidFill>
            </a:endParaRPr>
          </a:p>
          <a:p>
            <a:pPr eaLnBrk="1" hangingPunct="1">
              <a:buFontTx/>
              <a:buChar char="-"/>
            </a:pPr>
            <a:endParaRPr dirty="0">
              <a:solidFill>
                <a:srgbClr val="FFFF00"/>
              </a:solidFill>
            </a:endParaRP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5650" name="Content Placeholder 2"/>
          <p:cNvSpPr>
            <a:spLocks noGrp="1"/>
          </p:cNvSpPr>
          <p:nvPr>
            <p:ph idx="1"/>
          </p:nvPr>
        </p:nvSpPr>
        <p:spPr>
          <a:xfrm>
            <a:off x="457200" y="228600"/>
            <a:ext cx="8229600" cy="5897563"/>
          </a:xfrm>
          <a:ln/>
        </p:spPr>
        <p:txBody>
          <a:bodyPr vert="horz" wrap="square" lIns="91440" tIns="45720" rIns="91440" bIns="45720" anchor="t" anchorCtr="0"/>
          <a:p>
            <a:pPr eaLnBrk="1" hangingPunct="1"/>
            <a:r>
              <a:rPr sz="3600" b="1" dirty="0">
                <a:solidFill>
                  <a:srgbClr val="FFFF00"/>
                </a:solidFill>
              </a:rPr>
              <a:t>Ensuring early ambulation</a:t>
            </a:r>
            <a:endParaRPr sz="3600" b="1" dirty="0">
              <a:solidFill>
                <a:srgbClr val="FFFF00"/>
              </a:solidFill>
            </a:endParaRPr>
          </a:p>
          <a:p>
            <a:pPr eaLnBrk="1" hangingPunct="1">
              <a:buFontTx/>
              <a:buChar char="-"/>
            </a:pPr>
            <a:r>
              <a:rPr sz="3600" dirty="0">
                <a:solidFill>
                  <a:srgbClr val="FFFF00"/>
                </a:solidFill>
              </a:rPr>
              <a:t>This prevents DVT and hypostatic pneumonia</a:t>
            </a:r>
            <a:endParaRPr sz="3600" dirty="0">
              <a:solidFill>
                <a:srgbClr val="FFFF00"/>
              </a:solidFill>
            </a:endParaRPr>
          </a:p>
          <a:p>
            <a:pPr eaLnBrk="1" hangingPunct="1">
              <a:buFontTx/>
              <a:buChar char="-"/>
            </a:pPr>
            <a:r>
              <a:rPr sz="3600" dirty="0">
                <a:solidFill>
                  <a:srgbClr val="FFFF00"/>
                </a:solidFill>
              </a:rPr>
              <a:t>Encourage the patient to move out of bed as soon as the condition allows</a:t>
            </a:r>
            <a:endParaRPr sz="3600" dirty="0">
              <a:solidFill>
                <a:srgbClr val="FFFF00"/>
              </a:solidFill>
            </a:endParaRPr>
          </a:p>
          <a:p>
            <a:pPr eaLnBrk="1" hangingPunct="1">
              <a:buFontTx/>
              <a:buChar char="-"/>
            </a:pPr>
            <a:r>
              <a:rPr sz="3600" dirty="0">
                <a:solidFill>
                  <a:srgbClr val="FFFF00"/>
                </a:solidFill>
              </a:rPr>
              <a:t>Give anticoagulants for those who will be in bed for a long time</a:t>
            </a:r>
            <a:endParaRPr sz="3600" dirty="0">
              <a:solidFill>
                <a:srgbClr val="FFFF00"/>
              </a:solidFill>
            </a:endParaRPr>
          </a:p>
          <a:p>
            <a:pPr eaLnBrk="1" hangingPunct="1">
              <a:buFontTx/>
              <a:buChar char="-"/>
            </a:pPr>
            <a:r>
              <a:rPr sz="3600" dirty="0">
                <a:solidFill>
                  <a:srgbClr val="FFFF00"/>
                </a:solidFill>
              </a:rPr>
              <a:t>Encourage the patient to do breathing exercises in bed</a:t>
            </a:r>
            <a:endParaRPr sz="3600" dirty="0">
              <a:solidFill>
                <a:srgbClr val="FFFF00"/>
              </a:solidFill>
            </a:endParaRP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6674" name="Content Placeholder 2"/>
          <p:cNvSpPr>
            <a:spLocks noGrp="1"/>
          </p:cNvSpPr>
          <p:nvPr>
            <p:ph idx="1"/>
          </p:nvPr>
        </p:nvSpPr>
        <p:spPr>
          <a:xfrm>
            <a:off x="304800" y="685800"/>
            <a:ext cx="8610600" cy="5791200"/>
          </a:xfrm>
          <a:ln/>
        </p:spPr>
        <p:txBody>
          <a:bodyPr vert="horz" wrap="square" lIns="91440" tIns="45720" rIns="91440" bIns="45720" anchor="t" anchorCtr="0"/>
          <a:p>
            <a:pPr eaLnBrk="1" hangingPunct="1"/>
            <a:r>
              <a:rPr sz="3600" b="1" dirty="0">
                <a:solidFill>
                  <a:srgbClr val="00B0F0"/>
                </a:solidFill>
              </a:rPr>
              <a:t>Prepare the patient for discharge and home based care</a:t>
            </a:r>
            <a:endParaRPr sz="3600" b="1" dirty="0">
              <a:solidFill>
                <a:srgbClr val="00B0F0"/>
              </a:solidFill>
            </a:endParaRPr>
          </a:p>
          <a:p>
            <a:pPr eaLnBrk="1" hangingPunct="1">
              <a:buFontTx/>
              <a:buChar char="-"/>
            </a:pPr>
            <a:r>
              <a:rPr sz="3600" dirty="0">
                <a:solidFill>
                  <a:srgbClr val="FFFF00"/>
                </a:solidFill>
              </a:rPr>
              <a:t>Prepare the patient with the things needed for recovery at home</a:t>
            </a:r>
            <a:endParaRPr sz="3600" dirty="0">
              <a:solidFill>
                <a:srgbClr val="FFFF00"/>
              </a:solidFill>
            </a:endParaRPr>
          </a:p>
          <a:p>
            <a:pPr eaLnBrk="1" hangingPunct="1">
              <a:buFontTx/>
              <a:buChar char="-"/>
            </a:pPr>
            <a:r>
              <a:rPr sz="3600" dirty="0">
                <a:solidFill>
                  <a:srgbClr val="FFFF00"/>
                </a:solidFill>
              </a:rPr>
              <a:t>Social worker to access the home if need be before the patient is discharged and give recommendations</a:t>
            </a:r>
            <a:endParaRPr sz="3600" dirty="0">
              <a:solidFill>
                <a:srgbClr val="FFFF00"/>
              </a:solidFill>
            </a:endParaRPr>
          </a:p>
          <a:p>
            <a:pPr eaLnBrk="1" hangingPunct="1">
              <a:buFontTx/>
              <a:buChar char="-"/>
            </a:pPr>
            <a:r>
              <a:rPr sz="3600" dirty="0">
                <a:solidFill>
                  <a:srgbClr val="FFFF00"/>
                </a:solidFill>
              </a:rPr>
              <a:t>Modification of the home environment if need be for coping of the patient</a:t>
            </a:r>
            <a:endParaRPr sz="3600" dirty="0">
              <a:solidFill>
                <a:srgbClr val="FFFF00"/>
              </a:solidFill>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tro">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Metro">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bg1">
                <a:shade val="100000"/>
                <a:satMod val="150000"/>
              </a:schemeClr>
            </a:gs>
            <a:gs pos="65000">
              <a:schemeClr val="bg1">
                <a:shade val="90000"/>
                <a:satMod val="375000"/>
              </a:schemeClr>
            </a:gs>
            <a:gs pos="100000">
              <a:schemeClr val="phClr">
                <a:tint val="88000"/>
                <a:satMod val="400000"/>
              </a:schemeClr>
            </a:gs>
          </a:gsLst>
          <a:lin ang="5400000" scaled="0"/>
        </a:gradFill>
        <a:blipFill>
          <a:blip xmlns:r="http://schemas.openxmlformats.org/officeDocument/2006/relationships" r:embed="rId1">
            <a:duotone>
              <a:schemeClr val="phClr">
                <a:shade val="40000"/>
                <a:satMod val="180000"/>
              </a:schemeClr>
              <a:schemeClr val="phClr">
                <a:tint val="90000"/>
                <a:satMod val="200000"/>
              </a:schemeClr>
            </a:duotone>
          </a:blip>
          <a:tile tx="0" ty="0" sx="80000" sy="8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Metro</Template>
  <TotalTime>0</TotalTime>
  <Words>26940</Words>
  <Application>WPS Presentation</Application>
  <PresentationFormat>On-screen Show (4:3)</PresentationFormat>
  <Paragraphs>900</Paragraphs>
  <Slides>138</Slides>
  <Notes>0</Notes>
  <HiddenSlides>0</HiddenSlides>
  <MMClips>1</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138</vt:i4>
      </vt:variant>
    </vt:vector>
  </HeadingPairs>
  <TitlesOfParts>
    <vt:vector size="156" baseType="lpstr">
      <vt:lpstr>Arial</vt:lpstr>
      <vt:lpstr>SimSun</vt:lpstr>
      <vt:lpstr>Wingdings</vt:lpstr>
      <vt:lpstr>Consolas</vt:lpstr>
      <vt:lpstr>Corbel</vt:lpstr>
      <vt:lpstr>Wingdings 2</vt:lpstr>
      <vt:lpstr>Wingdings 3</vt:lpstr>
      <vt:lpstr>Calibri</vt:lpstr>
      <vt:lpstr>Times New Roman</vt:lpstr>
      <vt:lpstr>Agency FB</vt:lpstr>
      <vt:lpstr>Wingdings 2</vt:lpstr>
      <vt:lpstr>Wingdings</vt:lpstr>
      <vt:lpstr>Microsoft YaHei</vt:lpstr>
      <vt:lpstr>Arial Unicode MS</vt:lpstr>
      <vt:lpstr>Arial</vt:lpstr>
      <vt:lpstr>Times New Roman</vt:lpstr>
      <vt:lpstr>Calibri</vt:lpstr>
      <vt:lpstr>Metro</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Grizli777</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THEATRE NURSING</dc:title>
  <dc:creator>elizah</dc:creator>
  <cp:lastModifiedBy>BOSONGOKISII TV</cp:lastModifiedBy>
  <cp:revision>274</cp:revision>
  <dcterms:created xsi:type="dcterms:W3CDTF">2015-01-26T01:47:02Z</dcterms:created>
  <dcterms:modified xsi:type="dcterms:W3CDTF">2025-12-05T19:01:42Z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FB9C96191EF14B408C958F93E899551A_12</vt:lpwstr>
  </property>
  <property fmtid="{D5CDD505-2E9C-101B-9397-08002B2CF9AE}" pid="3" name="KSOProductBuildVer">
    <vt:lpwstr>2057-12.2.0.21931</vt:lpwstr>
  </property>
</Properties>
</file>